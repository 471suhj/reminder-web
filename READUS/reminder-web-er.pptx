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28886150" cy="28886150"/>
  <p:notesSz cx="6858000" cy="9144000"/>
  <p:defaultTextStyle>
    <a:defPPr>
      <a:defRPr lang="ko-KR"/>
    </a:defPPr>
    <a:lvl1pPr marL="0" algn="l" defTabSz="3301203" rtl="0" eaLnBrk="1" latinLnBrk="1" hangingPunct="1">
      <a:defRPr sz="6487" kern="1200">
        <a:solidFill>
          <a:schemeClr val="tx1"/>
        </a:solidFill>
        <a:latin typeface="+mn-lt"/>
        <a:ea typeface="+mn-ea"/>
        <a:cs typeface="+mn-cs"/>
      </a:defRPr>
    </a:lvl1pPr>
    <a:lvl2pPr marL="1650602" algn="l" defTabSz="3301203" rtl="0" eaLnBrk="1" latinLnBrk="1" hangingPunct="1">
      <a:defRPr sz="6487" kern="1200">
        <a:solidFill>
          <a:schemeClr val="tx1"/>
        </a:solidFill>
        <a:latin typeface="+mn-lt"/>
        <a:ea typeface="+mn-ea"/>
        <a:cs typeface="+mn-cs"/>
      </a:defRPr>
    </a:lvl2pPr>
    <a:lvl3pPr marL="3301203" algn="l" defTabSz="3301203" rtl="0" eaLnBrk="1" latinLnBrk="1" hangingPunct="1">
      <a:defRPr sz="6487" kern="1200">
        <a:solidFill>
          <a:schemeClr val="tx1"/>
        </a:solidFill>
        <a:latin typeface="+mn-lt"/>
        <a:ea typeface="+mn-ea"/>
        <a:cs typeface="+mn-cs"/>
      </a:defRPr>
    </a:lvl3pPr>
    <a:lvl4pPr marL="4951805" algn="l" defTabSz="3301203" rtl="0" eaLnBrk="1" latinLnBrk="1" hangingPunct="1">
      <a:defRPr sz="6487" kern="1200">
        <a:solidFill>
          <a:schemeClr val="tx1"/>
        </a:solidFill>
        <a:latin typeface="+mn-lt"/>
        <a:ea typeface="+mn-ea"/>
        <a:cs typeface="+mn-cs"/>
      </a:defRPr>
    </a:lvl4pPr>
    <a:lvl5pPr marL="6602407" algn="l" defTabSz="3301203" rtl="0" eaLnBrk="1" latinLnBrk="1" hangingPunct="1">
      <a:defRPr sz="6487" kern="1200">
        <a:solidFill>
          <a:schemeClr val="tx1"/>
        </a:solidFill>
        <a:latin typeface="+mn-lt"/>
        <a:ea typeface="+mn-ea"/>
        <a:cs typeface="+mn-cs"/>
      </a:defRPr>
    </a:lvl5pPr>
    <a:lvl6pPr marL="8253009" algn="l" defTabSz="3301203" rtl="0" eaLnBrk="1" latinLnBrk="1" hangingPunct="1">
      <a:defRPr sz="6487" kern="1200">
        <a:solidFill>
          <a:schemeClr val="tx1"/>
        </a:solidFill>
        <a:latin typeface="+mn-lt"/>
        <a:ea typeface="+mn-ea"/>
        <a:cs typeface="+mn-cs"/>
      </a:defRPr>
    </a:lvl6pPr>
    <a:lvl7pPr marL="9903610" algn="l" defTabSz="3301203" rtl="0" eaLnBrk="1" latinLnBrk="1" hangingPunct="1">
      <a:defRPr sz="6487" kern="1200">
        <a:solidFill>
          <a:schemeClr val="tx1"/>
        </a:solidFill>
        <a:latin typeface="+mn-lt"/>
        <a:ea typeface="+mn-ea"/>
        <a:cs typeface="+mn-cs"/>
      </a:defRPr>
    </a:lvl7pPr>
    <a:lvl8pPr marL="11554212" algn="l" defTabSz="3301203" rtl="0" eaLnBrk="1" latinLnBrk="1" hangingPunct="1">
      <a:defRPr sz="6487" kern="1200">
        <a:solidFill>
          <a:schemeClr val="tx1"/>
        </a:solidFill>
        <a:latin typeface="+mn-lt"/>
        <a:ea typeface="+mn-ea"/>
        <a:cs typeface="+mn-cs"/>
      </a:defRPr>
    </a:lvl8pPr>
    <a:lvl9pPr marL="13204814" algn="l" defTabSz="3301203" rtl="0" eaLnBrk="1" latinLnBrk="1" hangingPunct="1">
      <a:defRPr sz="648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098" userDrawn="1">
          <p15:clr>
            <a:srgbClr val="A4A3A4"/>
          </p15:clr>
        </p15:guide>
        <p15:guide id="2" pos="909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4245" autoAdjust="0"/>
    <p:restoredTop sz="94799" autoAdjust="0"/>
  </p:normalViewPr>
  <p:slideViewPr>
    <p:cSldViewPr>
      <p:cViewPr>
        <p:scale>
          <a:sx n="64" d="100"/>
          <a:sy n="64" d="100"/>
        </p:scale>
        <p:origin x="48" y="48"/>
      </p:cViewPr>
      <p:guideLst>
        <p:guide orient="horz" pos="9098"/>
        <p:guide pos="909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2952" y="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DA11A1-5AD6-489A-9144-FC3497B7B873}" type="datetimeFigureOut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331A80-826D-4336-9BA0-FC036B4B206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1897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15813" rtl="0" eaLnBrk="1" latinLnBrk="1" hangingPunct="1">
      <a:defRPr sz="677" kern="1200">
        <a:solidFill>
          <a:schemeClr val="tx1"/>
        </a:solidFill>
        <a:latin typeface="+mn-lt"/>
        <a:ea typeface="+mn-ea"/>
        <a:cs typeface="+mn-cs"/>
      </a:defRPr>
    </a:lvl1pPr>
    <a:lvl2pPr marL="257907" algn="l" defTabSz="515813" rtl="0" eaLnBrk="1" latinLnBrk="1" hangingPunct="1">
      <a:defRPr sz="677" kern="1200">
        <a:solidFill>
          <a:schemeClr val="tx1"/>
        </a:solidFill>
        <a:latin typeface="+mn-lt"/>
        <a:ea typeface="+mn-ea"/>
        <a:cs typeface="+mn-cs"/>
      </a:defRPr>
    </a:lvl2pPr>
    <a:lvl3pPr marL="515813" algn="l" defTabSz="515813" rtl="0" eaLnBrk="1" latinLnBrk="1" hangingPunct="1">
      <a:defRPr sz="677" kern="1200">
        <a:solidFill>
          <a:schemeClr val="tx1"/>
        </a:solidFill>
        <a:latin typeface="+mn-lt"/>
        <a:ea typeface="+mn-ea"/>
        <a:cs typeface="+mn-cs"/>
      </a:defRPr>
    </a:lvl3pPr>
    <a:lvl4pPr marL="773720" algn="l" defTabSz="515813" rtl="0" eaLnBrk="1" latinLnBrk="1" hangingPunct="1">
      <a:defRPr sz="677" kern="1200">
        <a:solidFill>
          <a:schemeClr val="tx1"/>
        </a:solidFill>
        <a:latin typeface="+mn-lt"/>
        <a:ea typeface="+mn-ea"/>
        <a:cs typeface="+mn-cs"/>
      </a:defRPr>
    </a:lvl4pPr>
    <a:lvl5pPr marL="1031626" algn="l" defTabSz="515813" rtl="0" eaLnBrk="1" latinLnBrk="1" hangingPunct="1">
      <a:defRPr sz="677" kern="1200">
        <a:solidFill>
          <a:schemeClr val="tx1"/>
        </a:solidFill>
        <a:latin typeface="+mn-lt"/>
        <a:ea typeface="+mn-ea"/>
        <a:cs typeface="+mn-cs"/>
      </a:defRPr>
    </a:lvl5pPr>
    <a:lvl6pPr marL="1289533" algn="l" defTabSz="515813" rtl="0" eaLnBrk="1" latinLnBrk="1" hangingPunct="1">
      <a:defRPr sz="677" kern="1200">
        <a:solidFill>
          <a:schemeClr val="tx1"/>
        </a:solidFill>
        <a:latin typeface="+mn-lt"/>
        <a:ea typeface="+mn-ea"/>
        <a:cs typeface="+mn-cs"/>
      </a:defRPr>
    </a:lvl6pPr>
    <a:lvl7pPr marL="1547439" algn="l" defTabSz="515813" rtl="0" eaLnBrk="1" latinLnBrk="1" hangingPunct="1">
      <a:defRPr sz="677" kern="1200">
        <a:solidFill>
          <a:schemeClr val="tx1"/>
        </a:solidFill>
        <a:latin typeface="+mn-lt"/>
        <a:ea typeface="+mn-ea"/>
        <a:cs typeface="+mn-cs"/>
      </a:defRPr>
    </a:lvl7pPr>
    <a:lvl8pPr marL="1805346" algn="l" defTabSz="515813" rtl="0" eaLnBrk="1" latinLnBrk="1" hangingPunct="1">
      <a:defRPr sz="677" kern="1200">
        <a:solidFill>
          <a:schemeClr val="tx1"/>
        </a:solidFill>
        <a:latin typeface="+mn-lt"/>
        <a:ea typeface="+mn-ea"/>
        <a:cs typeface="+mn-cs"/>
      </a:defRPr>
    </a:lvl8pPr>
    <a:lvl9pPr marL="2063252" algn="l" defTabSz="515813" rtl="0" eaLnBrk="1" latinLnBrk="1" hangingPunct="1">
      <a:defRPr sz="67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331A80-826D-4336-9BA0-FC036B4B206A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771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66461" y="8973431"/>
            <a:ext cx="24553228" cy="6191800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32923" y="16368818"/>
            <a:ext cx="20220305" cy="738201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6506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3012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49518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66024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82530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9903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15542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32048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33D0A-AEB7-4A32-B80E-995D605C0F6A}" type="datetimeFigureOut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7F1AB-6648-40C7-AA62-67558EE8A2E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33D0A-AEB7-4A32-B80E-995D605C0F6A}" type="datetimeFigureOut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7F1AB-6648-40C7-AA62-67558EE8A2E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1807" y="18562028"/>
            <a:ext cx="24553228" cy="5737110"/>
          </a:xfrm>
        </p:spPr>
        <p:txBody>
          <a:bodyPr anchor="t"/>
          <a:lstStyle>
            <a:lvl1pPr algn="l">
              <a:defRPr sz="14441" b="1" cap="all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1807" y="12243185"/>
            <a:ext cx="24553228" cy="6318843"/>
          </a:xfrm>
        </p:spPr>
        <p:txBody>
          <a:bodyPr anchor="b"/>
          <a:lstStyle>
            <a:lvl1pPr marL="0" indent="0">
              <a:buNone/>
              <a:defRPr sz="7220">
                <a:solidFill>
                  <a:schemeClr val="tx1">
                    <a:tint val="75000"/>
                  </a:schemeClr>
                </a:solidFill>
              </a:defRPr>
            </a:lvl1pPr>
            <a:lvl2pPr marL="1650602" indent="0">
              <a:buNone/>
              <a:defRPr sz="6487">
                <a:solidFill>
                  <a:schemeClr val="tx1">
                    <a:tint val="75000"/>
                  </a:schemeClr>
                </a:solidFill>
              </a:defRPr>
            </a:lvl2pPr>
            <a:lvl3pPr marL="3301203" indent="0">
              <a:buNone/>
              <a:defRPr sz="5754">
                <a:solidFill>
                  <a:schemeClr val="tx1">
                    <a:tint val="75000"/>
                  </a:schemeClr>
                </a:solidFill>
              </a:defRPr>
            </a:lvl3pPr>
            <a:lvl4pPr marL="4951805" indent="0">
              <a:buNone/>
              <a:defRPr sz="5077">
                <a:solidFill>
                  <a:schemeClr val="tx1">
                    <a:tint val="75000"/>
                  </a:schemeClr>
                </a:solidFill>
              </a:defRPr>
            </a:lvl4pPr>
            <a:lvl5pPr marL="6602407" indent="0">
              <a:buNone/>
              <a:defRPr sz="5077">
                <a:solidFill>
                  <a:schemeClr val="tx1">
                    <a:tint val="75000"/>
                  </a:schemeClr>
                </a:solidFill>
              </a:defRPr>
            </a:lvl5pPr>
            <a:lvl6pPr marL="8253009" indent="0">
              <a:buNone/>
              <a:defRPr sz="5077">
                <a:solidFill>
                  <a:schemeClr val="tx1">
                    <a:tint val="75000"/>
                  </a:schemeClr>
                </a:solidFill>
              </a:defRPr>
            </a:lvl6pPr>
            <a:lvl7pPr marL="9903610" indent="0">
              <a:buNone/>
              <a:defRPr sz="5077">
                <a:solidFill>
                  <a:schemeClr val="tx1">
                    <a:tint val="75000"/>
                  </a:schemeClr>
                </a:solidFill>
              </a:defRPr>
            </a:lvl7pPr>
            <a:lvl8pPr marL="11554212" indent="0">
              <a:buNone/>
              <a:defRPr sz="5077">
                <a:solidFill>
                  <a:schemeClr val="tx1">
                    <a:tint val="75000"/>
                  </a:schemeClr>
                </a:solidFill>
              </a:defRPr>
            </a:lvl8pPr>
            <a:lvl9pPr marL="13204814" indent="0">
              <a:buNone/>
              <a:defRPr sz="507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33D0A-AEB7-4A32-B80E-995D605C0F6A}" type="datetimeFigureOut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7F1AB-6648-40C7-AA62-67558EE8A2E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4307" y="6740104"/>
            <a:ext cx="12758050" cy="19063524"/>
          </a:xfrm>
        </p:spPr>
        <p:txBody>
          <a:bodyPr/>
          <a:lstStyle>
            <a:lvl1pPr>
              <a:defRPr sz="10097"/>
            </a:lvl1pPr>
            <a:lvl2pPr>
              <a:defRPr sz="8687"/>
            </a:lvl2pPr>
            <a:lvl3pPr>
              <a:defRPr sz="7220"/>
            </a:lvl3pPr>
            <a:lvl4pPr>
              <a:defRPr sz="6487"/>
            </a:lvl4pPr>
            <a:lvl5pPr>
              <a:defRPr sz="6487"/>
            </a:lvl5pPr>
            <a:lvl6pPr>
              <a:defRPr sz="6487"/>
            </a:lvl6pPr>
            <a:lvl7pPr>
              <a:defRPr sz="6487"/>
            </a:lvl7pPr>
            <a:lvl8pPr>
              <a:defRPr sz="6487"/>
            </a:lvl8pPr>
            <a:lvl9pPr>
              <a:defRPr sz="6487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683793" y="6740104"/>
            <a:ext cx="12758050" cy="19063524"/>
          </a:xfrm>
        </p:spPr>
        <p:txBody>
          <a:bodyPr/>
          <a:lstStyle>
            <a:lvl1pPr>
              <a:defRPr sz="10097"/>
            </a:lvl1pPr>
            <a:lvl2pPr>
              <a:defRPr sz="8687"/>
            </a:lvl2pPr>
            <a:lvl3pPr>
              <a:defRPr sz="7220"/>
            </a:lvl3pPr>
            <a:lvl4pPr>
              <a:defRPr sz="6487"/>
            </a:lvl4pPr>
            <a:lvl5pPr>
              <a:defRPr sz="6487"/>
            </a:lvl5pPr>
            <a:lvl6pPr>
              <a:defRPr sz="6487"/>
            </a:lvl6pPr>
            <a:lvl7pPr>
              <a:defRPr sz="6487"/>
            </a:lvl7pPr>
            <a:lvl8pPr>
              <a:defRPr sz="6487"/>
            </a:lvl8pPr>
            <a:lvl9pPr>
              <a:defRPr sz="6487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33D0A-AEB7-4A32-B80E-995D605C0F6A}" type="datetimeFigureOut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7F1AB-6648-40C7-AA62-67558EE8A2E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308" y="6465953"/>
            <a:ext cx="12763066" cy="2694701"/>
          </a:xfrm>
        </p:spPr>
        <p:txBody>
          <a:bodyPr anchor="b"/>
          <a:lstStyle>
            <a:lvl1pPr marL="0" indent="0">
              <a:buNone/>
              <a:defRPr sz="8687" b="1"/>
            </a:lvl1pPr>
            <a:lvl2pPr marL="1650602" indent="0">
              <a:buNone/>
              <a:defRPr sz="7220" b="1"/>
            </a:lvl2pPr>
            <a:lvl3pPr marL="3301203" indent="0">
              <a:buNone/>
              <a:defRPr sz="6487" b="1"/>
            </a:lvl3pPr>
            <a:lvl4pPr marL="4951805" indent="0">
              <a:buNone/>
              <a:defRPr sz="5754" b="1"/>
            </a:lvl4pPr>
            <a:lvl5pPr marL="6602407" indent="0">
              <a:buNone/>
              <a:defRPr sz="5754" b="1"/>
            </a:lvl5pPr>
            <a:lvl6pPr marL="8253009" indent="0">
              <a:buNone/>
              <a:defRPr sz="5754" b="1"/>
            </a:lvl6pPr>
            <a:lvl7pPr marL="9903610" indent="0">
              <a:buNone/>
              <a:defRPr sz="5754" b="1"/>
            </a:lvl7pPr>
            <a:lvl8pPr marL="11554212" indent="0">
              <a:buNone/>
              <a:defRPr sz="5754" b="1"/>
            </a:lvl8pPr>
            <a:lvl9pPr marL="13204814" indent="0">
              <a:buNone/>
              <a:defRPr sz="5754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4308" y="9160654"/>
            <a:ext cx="12763066" cy="16642971"/>
          </a:xfrm>
        </p:spPr>
        <p:txBody>
          <a:bodyPr/>
          <a:lstStyle>
            <a:lvl1pPr>
              <a:defRPr sz="8687"/>
            </a:lvl1pPr>
            <a:lvl2pPr>
              <a:defRPr sz="7220"/>
            </a:lvl2pPr>
            <a:lvl3pPr>
              <a:defRPr sz="6487"/>
            </a:lvl3pPr>
            <a:lvl4pPr>
              <a:defRPr sz="5754"/>
            </a:lvl4pPr>
            <a:lvl5pPr>
              <a:defRPr sz="5754"/>
            </a:lvl5pPr>
            <a:lvl6pPr>
              <a:defRPr sz="5754"/>
            </a:lvl6pPr>
            <a:lvl7pPr>
              <a:defRPr sz="5754"/>
            </a:lvl7pPr>
            <a:lvl8pPr>
              <a:defRPr sz="5754"/>
            </a:lvl8pPr>
            <a:lvl9pPr>
              <a:defRPr sz="5754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673765" y="6465953"/>
            <a:ext cx="12768079" cy="2694701"/>
          </a:xfrm>
        </p:spPr>
        <p:txBody>
          <a:bodyPr anchor="b"/>
          <a:lstStyle>
            <a:lvl1pPr marL="0" indent="0">
              <a:buNone/>
              <a:defRPr sz="8687" b="1"/>
            </a:lvl1pPr>
            <a:lvl2pPr marL="1650602" indent="0">
              <a:buNone/>
              <a:defRPr sz="7220" b="1"/>
            </a:lvl2pPr>
            <a:lvl3pPr marL="3301203" indent="0">
              <a:buNone/>
              <a:defRPr sz="6487" b="1"/>
            </a:lvl3pPr>
            <a:lvl4pPr marL="4951805" indent="0">
              <a:buNone/>
              <a:defRPr sz="5754" b="1"/>
            </a:lvl4pPr>
            <a:lvl5pPr marL="6602407" indent="0">
              <a:buNone/>
              <a:defRPr sz="5754" b="1"/>
            </a:lvl5pPr>
            <a:lvl6pPr marL="8253009" indent="0">
              <a:buNone/>
              <a:defRPr sz="5754" b="1"/>
            </a:lvl6pPr>
            <a:lvl7pPr marL="9903610" indent="0">
              <a:buNone/>
              <a:defRPr sz="5754" b="1"/>
            </a:lvl7pPr>
            <a:lvl8pPr marL="11554212" indent="0">
              <a:buNone/>
              <a:defRPr sz="5754" b="1"/>
            </a:lvl8pPr>
            <a:lvl9pPr marL="13204814" indent="0">
              <a:buNone/>
              <a:defRPr sz="5754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673765" y="9160654"/>
            <a:ext cx="12768079" cy="16642971"/>
          </a:xfrm>
        </p:spPr>
        <p:txBody>
          <a:bodyPr/>
          <a:lstStyle>
            <a:lvl1pPr>
              <a:defRPr sz="8687"/>
            </a:lvl1pPr>
            <a:lvl2pPr>
              <a:defRPr sz="7220"/>
            </a:lvl2pPr>
            <a:lvl3pPr>
              <a:defRPr sz="6487"/>
            </a:lvl3pPr>
            <a:lvl4pPr>
              <a:defRPr sz="5754"/>
            </a:lvl4pPr>
            <a:lvl5pPr>
              <a:defRPr sz="5754"/>
            </a:lvl5pPr>
            <a:lvl6pPr>
              <a:defRPr sz="5754"/>
            </a:lvl6pPr>
            <a:lvl7pPr>
              <a:defRPr sz="5754"/>
            </a:lvl7pPr>
            <a:lvl8pPr>
              <a:defRPr sz="5754"/>
            </a:lvl8pPr>
            <a:lvl9pPr>
              <a:defRPr sz="5754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33D0A-AEB7-4A32-B80E-995D605C0F6A}" type="datetimeFigureOut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7F1AB-6648-40C7-AA62-67558EE8A2E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33D0A-AEB7-4A32-B80E-995D605C0F6A}" type="datetimeFigureOut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7F1AB-6648-40C7-AA62-67558EE8A2E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33D0A-AEB7-4A32-B80E-995D605C0F6A}" type="datetimeFigureOut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7F1AB-6648-40C7-AA62-67558EE8A2E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310" y="1150096"/>
            <a:ext cx="9503344" cy="4894598"/>
          </a:xfrm>
        </p:spPr>
        <p:txBody>
          <a:bodyPr anchor="b"/>
          <a:lstStyle>
            <a:lvl1pPr algn="l">
              <a:defRPr sz="7220" b="1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93682" y="1150099"/>
            <a:ext cx="16148160" cy="24653529"/>
          </a:xfrm>
        </p:spPr>
        <p:txBody>
          <a:bodyPr/>
          <a:lstStyle>
            <a:lvl1pPr>
              <a:defRPr sz="11564"/>
            </a:lvl1pPr>
            <a:lvl2pPr>
              <a:defRPr sz="10097"/>
            </a:lvl2pPr>
            <a:lvl3pPr>
              <a:defRPr sz="8687"/>
            </a:lvl3pPr>
            <a:lvl4pPr>
              <a:defRPr sz="7220"/>
            </a:lvl4pPr>
            <a:lvl5pPr>
              <a:defRPr sz="7220"/>
            </a:lvl5pPr>
            <a:lvl6pPr>
              <a:defRPr sz="7220"/>
            </a:lvl6pPr>
            <a:lvl7pPr>
              <a:defRPr sz="7220"/>
            </a:lvl7pPr>
            <a:lvl8pPr>
              <a:defRPr sz="7220"/>
            </a:lvl8pPr>
            <a:lvl9pPr>
              <a:defRPr sz="722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310" y="6044697"/>
            <a:ext cx="9503344" cy="19758931"/>
          </a:xfrm>
        </p:spPr>
        <p:txBody>
          <a:bodyPr/>
          <a:lstStyle>
            <a:lvl1pPr marL="0" indent="0">
              <a:buNone/>
              <a:defRPr sz="5077"/>
            </a:lvl1pPr>
            <a:lvl2pPr marL="1650602" indent="0">
              <a:buNone/>
              <a:defRPr sz="4344"/>
            </a:lvl2pPr>
            <a:lvl3pPr marL="3301203" indent="0">
              <a:buNone/>
              <a:defRPr sz="3610"/>
            </a:lvl3pPr>
            <a:lvl4pPr marL="4951805" indent="0">
              <a:buNone/>
              <a:defRPr sz="3272"/>
            </a:lvl4pPr>
            <a:lvl5pPr marL="6602407" indent="0">
              <a:buNone/>
              <a:defRPr sz="3272"/>
            </a:lvl5pPr>
            <a:lvl6pPr marL="8253009" indent="0">
              <a:buNone/>
              <a:defRPr sz="3272"/>
            </a:lvl6pPr>
            <a:lvl7pPr marL="9903610" indent="0">
              <a:buNone/>
              <a:defRPr sz="3272"/>
            </a:lvl7pPr>
            <a:lvl8pPr marL="11554212" indent="0">
              <a:buNone/>
              <a:defRPr sz="3272"/>
            </a:lvl8pPr>
            <a:lvl9pPr marL="13204814" indent="0">
              <a:buNone/>
              <a:defRPr sz="3272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33D0A-AEB7-4A32-B80E-995D605C0F6A}" type="datetimeFigureOut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7F1AB-6648-40C7-AA62-67558EE8A2E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1888" y="20220305"/>
            <a:ext cx="17331690" cy="2387122"/>
          </a:xfrm>
        </p:spPr>
        <p:txBody>
          <a:bodyPr anchor="b"/>
          <a:lstStyle>
            <a:lvl1pPr algn="l">
              <a:defRPr sz="7220" b="1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661888" y="2581031"/>
            <a:ext cx="17331690" cy="17331690"/>
          </a:xfrm>
        </p:spPr>
        <p:txBody>
          <a:bodyPr/>
          <a:lstStyle>
            <a:lvl1pPr marL="0" indent="0">
              <a:buNone/>
              <a:defRPr sz="11564"/>
            </a:lvl1pPr>
            <a:lvl2pPr marL="1650602" indent="0">
              <a:buNone/>
              <a:defRPr sz="10097"/>
            </a:lvl2pPr>
            <a:lvl3pPr marL="3301203" indent="0">
              <a:buNone/>
              <a:defRPr sz="8687"/>
            </a:lvl3pPr>
            <a:lvl4pPr marL="4951805" indent="0">
              <a:buNone/>
              <a:defRPr sz="7220"/>
            </a:lvl4pPr>
            <a:lvl5pPr marL="6602407" indent="0">
              <a:buNone/>
              <a:defRPr sz="7220"/>
            </a:lvl5pPr>
            <a:lvl6pPr marL="8253009" indent="0">
              <a:buNone/>
              <a:defRPr sz="7220"/>
            </a:lvl6pPr>
            <a:lvl7pPr marL="9903610" indent="0">
              <a:buNone/>
              <a:defRPr sz="7220"/>
            </a:lvl7pPr>
            <a:lvl8pPr marL="11554212" indent="0">
              <a:buNone/>
              <a:defRPr sz="7220"/>
            </a:lvl8pPr>
            <a:lvl9pPr marL="13204814" indent="0">
              <a:buNone/>
              <a:defRPr sz="7220"/>
            </a:lvl9pPr>
          </a:lstStyle>
          <a:p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1888" y="22607427"/>
            <a:ext cx="17331690" cy="3390108"/>
          </a:xfrm>
        </p:spPr>
        <p:txBody>
          <a:bodyPr/>
          <a:lstStyle>
            <a:lvl1pPr marL="0" indent="0">
              <a:buNone/>
              <a:defRPr sz="5077"/>
            </a:lvl1pPr>
            <a:lvl2pPr marL="1650602" indent="0">
              <a:buNone/>
              <a:defRPr sz="4344"/>
            </a:lvl2pPr>
            <a:lvl3pPr marL="3301203" indent="0">
              <a:buNone/>
              <a:defRPr sz="3610"/>
            </a:lvl3pPr>
            <a:lvl4pPr marL="4951805" indent="0">
              <a:buNone/>
              <a:defRPr sz="3272"/>
            </a:lvl4pPr>
            <a:lvl5pPr marL="6602407" indent="0">
              <a:buNone/>
              <a:defRPr sz="3272"/>
            </a:lvl5pPr>
            <a:lvl6pPr marL="8253009" indent="0">
              <a:buNone/>
              <a:defRPr sz="3272"/>
            </a:lvl6pPr>
            <a:lvl7pPr marL="9903610" indent="0">
              <a:buNone/>
              <a:defRPr sz="3272"/>
            </a:lvl7pPr>
            <a:lvl8pPr marL="11554212" indent="0">
              <a:buNone/>
              <a:defRPr sz="3272"/>
            </a:lvl8pPr>
            <a:lvl9pPr marL="13204814" indent="0">
              <a:buNone/>
              <a:defRPr sz="3272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33D0A-AEB7-4A32-B80E-995D605C0F6A}" type="datetimeFigureOut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7F1AB-6648-40C7-AA62-67558EE8A2E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33D0A-AEB7-4A32-B80E-995D605C0F6A}" type="datetimeFigureOut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7F1AB-6648-40C7-AA62-67558EE8A2E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942459" y="1156788"/>
            <a:ext cx="6499384" cy="24646840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308" y="1156788"/>
            <a:ext cx="19016715" cy="24646840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33D0A-AEB7-4A32-B80E-995D605C0F6A}" type="datetimeFigureOut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7F1AB-6648-40C7-AA62-67558EE8A2E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4308" y="1156785"/>
            <a:ext cx="25997535" cy="4814358"/>
          </a:xfrm>
          <a:prstGeom prst="rect">
            <a:avLst/>
          </a:prstGeom>
        </p:spPr>
        <p:txBody>
          <a:bodyPr vert="horz" lIns="585216" tIns="292608" rIns="585216" bIns="292608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308" y="6740104"/>
            <a:ext cx="25997535" cy="19063524"/>
          </a:xfrm>
          <a:prstGeom prst="rect">
            <a:avLst/>
          </a:prstGeom>
        </p:spPr>
        <p:txBody>
          <a:bodyPr vert="horz" lIns="585216" tIns="292608" rIns="585216" bIns="292608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44307" y="26773184"/>
            <a:ext cx="6740102" cy="1537920"/>
          </a:xfrm>
          <a:prstGeom prst="rect">
            <a:avLst/>
          </a:prstGeom>
        </p:spPr>
        <p:txBody>
          <a:bodyPr vert="horz" lIns="585216" tIns="292608" rIns="585216" bIns="292608" rtlCol="0" anchor="ctr"/>
          <a:lstStyle>
            <a:lvl1pPr algn="l">
              <a:defRPr sz="43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633D0A-AEB7-4A32-B80E-995D605C0F6A}" type="datetimeFigureOut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869435" y="26773184"/>
            <a:ext cx="9147281" cy="1537920"/>
          </a:xfrm>
          <a:prstGeom prst="rect">
            <a:avLst/>
          </a:prstGeom>
        </p:spPr>
        <p:txBody>
          <a:bodyPr vert="horz" lIns="585216" tIns="292608" rIns="585216" bIns="292608" rtlCol="0" anchor="ctr"/>
          <a:lstStyle>
            <a:lvl1pPr algn="ctr">
              <a:defRPr sz="43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701741" y="26773184"/>
            <a:ext cx="6740102" cy="1537920"/>
          </a:xfrm>
          <a:prstGeom prst="rect">
            <a:avLst/>
          </a:prstGeom>
        </p:spPr>
        <p:txBody>
          <a:bodyPr vert="horz" lIns="585216" tIns="292608" rIns="585216" bIns="292608" rtlCol="0" anchor="ctr"/>
          <a:lstStyle>
            <a:lvl1pPr algn="r">
              <a:defRPr sz="43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67F1AB-6648-40C7-AA62-67558EE8A2E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301203" rtl="0" eaLnBrk="1" latinLnBrk="1" hangingPunct="1">
        <a:spcBef>
          <a:spcPct val="0"/>
        </a:spcBef>
        <a:buNone/>
        <a:defRPr sz="1590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37951" indent="-1237951" algn="l" defTabSz="3301203" rtl="0" eaLnBrk="1" latinLnBrk="1" hangingPunct="1">
        <a:spcBef>
          <a:spcPct val="20000"/>
        </a:spcBef>
        <a:buFont typeface="Arial" pitchFamily="34" charset="0"/>
        <a:buChar char="•"/>
        <a:defRPr sz="11564" kern="1200">
          <a:solidFill>
            <a:schemeClr val="tx1"/>
          </a:solidFill>
          <a:latin typeface="+mn-lt"/>
          <a:ea typeface="+mn-ea"/>
          <a:cs typeface="+mn-cs"/>
        </a:defRPr>
      </a:lvl1pPr>
      <a:lvl2pPr marL="2682228" indent="-1031626" algn="l" defTabSz="3301203" rtl="0" eaLnBrk="1" latinLnBrk="1" hangingPunct="1">
        <a:spcBef>
          <a:spcPct val="20000"/>
        </a:spcBef>
        <a:buFont typeface="Arial" pitchFamily="34" charset="0"/>
        <a:buChar char="–"/>
        <a:defRPr sz="10097" kern="1200">
          <a:solidFill>
            <a:schemeClr val="tx1"/>
          </a:solidFill>
          <a:latin typeface="+mn-lt"/>
          <a:ea typeface="+mn-ea"/>
          <a:cs typeface="+mn-cs"/>
        </a:defRPr>
      </a:lvl2pPr>
      <a:lvl3pPr marL="4126504" indent="-825301" algn="l" defTabSz="3301203" rtl="0" eaLnBrk="1" latinLnBrk="1" hangingPunct="1">
        <a:spcBef>
          <a:spcPct val="20000"/>
        </a:spcBef>
        <a:buFont typeface="Arial" pitchFamily="34" charset="0"/>
        <a:buChar char="•"/>
        <a:defRPr sz="8687" kern="1200">
          <a:solidFill>
            <a:schemeClr val="tx1"/>
          </a:solidFill>
          <a:latin typeface="+mn-lt"/>
          <a:ea typeface="+mn-ea"/>
          <a:cs typeface="+mn-cs"/>
        </a:defRPr>
      </a:lvl3pPr>
      <a:lvl4pPr marL="5777106" indent="-825301" algn="l" defTabSz="3301203" rtl="0" eaLnBrk="1" latinLnBrk="1" hangingPunct="1">
        <a:spcBef>
          <a:spcPct val="20000"/>
        </a:spcBef>
        <a:buFont typeface="Arial" pitchFamily="34" charset="0"/>
        <a:buChar char="–"/>
        <a:defRPr sz="7220" kern="1200">
          <a:solidFill>
            <a:schemeClr val="tx1"/>
          </a:solidFill>
          <a:latin typeface="+mn-lt"/>
          <a:ea typeface="+mn-ea"/>
          <a:cs typeface="+mn-cs"/>
        </a:defRPr>
      </a:lvl4pPr>
      <a:lvl5pPr marL="7427708" indent="-825301" algn="l" defTabSz="3301203" rtl="0" eaLnBrk="1" latinLnBrk="1" hangingPunct="1">
        <a:spcBef>
          <a:spcPct val="20000"/>
        </a:spcBef>
        <a:buFont typeface="Arial" pitchFamily="34" charset="0"/>
        <a:buChar char="»"/>
        <a:defRPr sz="7220" kern="1200">
          <a:solidFill>
            <a:schemeClr val="tx1"/>
          </a:solidFill>
          <a:latin typeface="+mn-lt"/>
          <a:ea typeface="+mn-ea"/>
          <a:cs typeface="+mn-cs"/>
        </a:defRPr>
      </a:lvl5pPr>
      <a:lvl6pPr marL="9078310" indent="-825301" algn="l" defTabSz="3301203" rtl="0" eaLnBrk="1" latinLnBrk="1" hangingPunct="1">
        <a:spcBef>
          <a:spcPct val="20000"/>
        </a:spcBef>
        <a:buFont typeface="Arial" pitchFamily="34" charset="0"/>
        <a:buChar char="•"/>
        <a:defRPr sz="7220" kern="1200">
          <a:solidFill>
            <a:schemeClr val="tx1"/>
          </a:solidFill>
          <a:latin typeface="+mn-lt"/>
          <a:ea typeface="+mn-ea"/>
          <a:cs typeface="+mn-cs"/>
        </a:defRPr>
      </a:lvl6pPr>
      <a:lvl7pPr marL="10728911" indent="-825301" algn="l" defTabSz="3301203" rtl="0" eaLnBrk="1" latinLnBrk="1" hangingPunct="1">
        <a:spcBef>
          <a:spcPct val="20000"/>
        </a:spcBef>
        <a:buFont typeface="Arial" pitchFamily="34" charset="0"/>
        <a:buChar char="•"/>
        <a:defRPr sz="7220" kern="1200">
          <a:solidFill>
            <a:schemeClr val="tx1"/>
          </a:solidFill>
          <a:latin typeface="+mn-lt"/>
          <a:ea typeface="+mn-ea"/>
          <a:cs typeface="+mn-cs"/>
        </a:defRPr>
      </a:lvl7pPr>
      <a:lvl8pPr marL="12379513" indent="-825301" algn="l" defTabSz="3301203" rtl="0" eaLnBrk="1" latinLnBrk="1" hangingPunct="1">
        <a:spcBef>
          <a:spcPct val="20000"/>
        </a:spcBef>
        <a:buFont typeface="Arial" pitchFamily="34" charset="0"/>
        <a:buChar char="•"/>
        <a:defRPr sz="7220" kern="1200">
          <a:solidFill>
            <a:schemeClr val="tx1"/>
          </a:solidFill>
          <a:latin typeface="+mn-lt"/>
          <a:ea typeface="+mn-ea"/>
          <a:cs typeface="+mn-cs"/>
        </a:defRPr>
      </a:lvl8pPr>
      <a:lvl9pPr marL="14030115" indent="-825301" algn="l" defTabSz="3301203" rtl="0" eaLnBrk="1" latinLnBrk="1" hangingPunct="1">
        <a:spcBef>
          <a:spcPct val="20000"/>
        </a:spcBef>
        <a:buFont typeface="Arial" pitchFamily="34" charset="0"/>
        <a:buChar char="•"/>
        <a:defRPr sz="72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3301203" rtl="0" eaLnBrk="1" latinLnBrk="1" hangingPunct="1">
        <a:defRPr sz="6487" kern="1200">
          <a:solidFill>
            <a:schemeClr val="tx1"/>
          </a:solidFill>
          <a:latin typeface="+mn-lt"/>
          <a:ea typeface="+mn-ea"/>
          <a:cs typeface="+mn-cs"/>
        </a:defRPr>
      </a:lvl1pPr>
      <a:lvl2pPr marL="1650602" algn="l" defTabSz="3301203" rtl="0" eaLnBrk="1" latinLnBrk="1" hangingPunct="1">
        <a:defRPr sz="6487" kern="1200">
          <a:solidFill>
            <a:schemeClr val="tx1"/>
          </a:solidFill>
          <a:latin typeface="+mn-lt"/>
          <a:ea typeface="+mn-ea"/>
          <a:cs typeface="+mn-cs"/>
        </a:defRPr>
      </a:lvl2pPr>
      <a:lvl3pPr marL="3301203" algn="l" defTabSz="3301203" rtl="0" eaLnBrk="1" latinLnBrk="1" hangingPunct="1">
        <a:defRPr sz="6487" kern="1200">
          <a:solidFill>
            <a:schemeClr val="tx1"/>
          </a:solidFill>
          <a:latin typeface="+mn-lt"/>
          <a:ea typeface="+mn-ea"/>
          <a:cs typeface="+mn-cs"/>
        </a:defRPr>
      </a:lvl3pPr>
      <a:lvl4pPr marL="4951805" algn="l" defTabSz="3301203" rtl="0" eaLnBrk="1" latinLnBrk="1" hangingPunct="1">
        <a:defRPr sz="6487" kern="1200">
          <a:solidFill>
            <a:schemeClr val="tx1"/>
          </a:solidFill>
          <a:latin typeface="+mn-lt"/>
          <a:ea typeface="+mn-ea"/>
          <a:cs typeface="+mn-cs"/>
        </a:defRPr>
      </a:lvl4pPr>
      <a:lvl5pPr marL="6602407" algn="l" defTabSz="3301203" rtl="0" eaLnBrk="1" latinLnBrk="1" hangingPunct="1">
        <a:defRPr sz="6487" kern="1200">
          <a:solidFill>
            <a:schemeClr val="tx1"/>
          </a:solidFill>
          <a:latin typeface="+mn-lt"/>
          <a:ea typeface="+mn-ea"/>
          <a:cs typeface="+mn-cs"/>
        </a:defRPr>
      </a:lvl5pPr>
      <a:lvl6pPr marL="8253009" algn="l" defTabSz="3301203" rtl="0" eaLnBrk="1" latinLnBrk="1" hangingPunct="1">
        <a:defRPr sz="6487" kern="1200">
          <a:solidFill>
            <a:schemeClr val="tx1"/>
          </a:solidFill>
          <a:latin typeface="+mn-lt"/>
          <a:ea typeface="+mn-ea"/>
          <a:cs typeface="+mn-cs"/>
        </a:defRPr>
      </a:lvl6pPr>
      <a:lvl7pPr marL="9903610" algn="l" defTabSz="3301203" rtl="0" eaLnBrk="1" latinLnBrk="1" hangingPunct="1">
        <a:defRPr sz="6487" kern="1200">
          <a:solidFill>
            <a:schemeClr val="tx1"/>
          </a:solidFill>
          <a:latin typeface="+mn-lt"/>
          <a:ea typeface="+mn-ea"/>
          <a:cs typeface="+mn-cs"/>
        </a:defRPr>
      </a:lvl7pPr>
      <a:lvl8pPr marL="11554212" algn="l" defTabSz="3301203" rtl="0" eaLnBrk="1" latinLnBrk="1" hangingPunct="1">
        <a:defRPr sz="6487" kern="1200">
          <a:solidFill>
            <a:schemeClr val="tx1"/>
          </a:solidFill>
          <a:latin typeface="+mn-lt"/>
          <a:ea typeface="+mn-ea"/>
          <a:cs typeface="+mn-cs"/>
        </a:defRPr>
      </a:lvl8pPr>
      <a:lvl9pPr marL="13204814" algn="l" defTabSz="3301203" rtl="0" eaLnBrk="1" latinLnBrk="1" hangingPunct="1">
        <a:defRPr sz="648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2345731" y="1985691"/>
            <a:ext cx="1868546" cy="4464496"/>
            <a:chOff x="2632648" y="4648872"/>
            <a:chExt cx="1656184" cy="3999632"/>
          </a:xfrm>
        </p:grpSpPr>
        <p:sp>
          <p:nvSpPr>
            <p:cNvPr id="5" name="Rectangle 4"/>
            <p:cNvSpPr/>
            <p:nvPr/>
          </p:nvSpPr>
          <p:spPr>
            <a:xfrm>
              <a:off x="2632648" y="4936904"/>
              <a:ext cx="1656184" cy="37116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0616" tIns="40616" rIns="40616" bIns="40616" rtlCol="0" anchor="t"/>
            <a:lstStyle/>
            <a:p>
              <a:r>
                <a:rPr lang="en-US" altLang="ko-KR" sz="1200" u="sng" dirty="0" err="1">
                  <a:solidFill>
                    <a:schemeClr val="tx1"/>
                  </a:solidFill>
                </a:rPr>
                <a:t>user_serial</a:t>
              </a:r>
              <a:endParaRPr lang="en-US" altLang="ko-KR" sz="1200" u="sng" dirty="0">
                <a:solidFill>
                  <a:schemeClr val="tx1"/>
                </a:solidFill>
              </a:endParaRPr>
            </a:p>
            <a:p>
              <a:r>
                <a:rPr lang="en-US" altLang="ko-KR" sz="1200" dirty="0" err="1">
                  <a:solidFill>
                    <a:schemeClr val="tx1"/>
                  </a:solidFill>
                </a:rPr>
                <a:t>user_id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r>
                <a:rPr lang="en-US" altLang="ko-KR" sz="1200" dirty="0">
                  <a:solidFill>
                    <a:schemeClr val="tx1"/>
                  </a:solidFill>
                </a:rPr>
                <a:t>name</a:t>
              </a:r>
            </a:p>
            <a:p>
              <a:r>
                <a:rPr lang="en-US" altLang="ko-KR" sz="1200" dirty="0">
                  <a:solidFill>
                    <a:schemeClr val="tx1"/>
                  </a:solidFill>
                </a:rPr>
                <a:t>password</a:t>
              </a:r>
            </a:p>
            <a:p>
              <a:r>
                <a:rPr lang="en-US" altLang="ko-KR" sz="1200" dirty="0">
                  <a:solidFill>
                    <a:schemeClr val="tx1"/>
                  </a:solidFill>
                </a:rPr>
                <a:t>salt</a:t>
              </a:r>
            </a:p>
            <a:p>
              <a:r>
                <a:rPr lang="en-US" altLang="ko-KR" sz="1200" dirty="0">
                  <a:solidFill>
                    <a:schemeClr val="tx1"/>
                  </a:solidFill>
                </a:rPr>
                <a:t>email</a:t>
              </a:r>
            </a:p>
            <a:p>
              <a:r>
                <a:rPr lang="en-US" altLang="ko-KR" sz="1200" dirty="0">
                  <a:solidFill>
                    <a:schemeClr val="tx1"/>
                  </a:solidFill>
                </a:rPr>
                <a:t>email2</a:t>
              </a:r>
            </a:p>
            <a:p>
              <a:r>
                <a:rPr lang="en-US" altLang="ko-KR" sz="1200" dirty="0">
                  <a:solidFill>
                    <a:schemeClr val="tx1"/>
                  </a:solidFill>
                </a:rPr>
                <a:t>customize</a:t>
              </a:r>
            </a:p>
            <a:p>
              <a:r>
                <a:rPr lang="en-US" altLang="ko-KR" sz="1200" dirty="0">
                  <a:solidFill>
                    <a:schemeClr val="tx1"/>
                  </a:solidFill>
                </a:rPr>
                <a:t>  </a:t>
              </a:r>
              <a:r>
                <a:rPr lang="en-US" altLang="ko-KR" sz="1200" dirty="0" err="1">
                  <a:solidFill>
                    <a:schemeClr val="tx1"/>
                  </a:solidFill>
                </a:rPr>
                <a:t>auto_receive_files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r>
                <a:rPr lang="en-US" altLang="ko-KR" sz="1200" dirty="0">
                  <a:solidFill>
                    <a:schemeClr val="tx1"/>
                  </a:solidFill>
                </a:rPr>
                <a:t>  </a:t>
              </a:r>
              <a:r>
                <a:rPr lang="en-US" altLang="ko-KR" sz="1200" dirty="0" err="1">
                  <a:solidFill>
                    <a:schemeClr val="tx1"/>
                  </a:solidFill>
                </a:rPr>
                <a:t>save_recent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r>
                <a:rPr lang="en-US" altLang="ko-KR" sz="1200" dirty="0">
                  <a:solidFill>
                    <a:schemeClr val="tx1"/>
                  </a:solidFill>
                </a:rPr>
                <a:t>  </a:t>
              </a:r>
              <a:r>
                <a:rPr lang="en-US" altLang="ko-KR" sz="1200" dirty="0" err="1">
                  <a:solidFill>
                    <a:schemeClr val="tx1"/>
                  </a:solidFill>
                </a:rPr>
                <a:t>side_panels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r>
                <a:rPr lang="en-US" altLang="ko-KR" sz="1200" dirty="0">
                  <a:solidFill>
                    <a:schemeClr val="tx1"/>
                  </a:solidFill>
                </a:rPr>
                <a:t>    </a:t>
              </a:r>
              <a:r>
                <a:rPr lang="en-US" altLang="ko-KR" sz="1200" dirty="0" err="1">
                  <a:solidFill>
                    <a:schemeClr val="tx1"/>
                  </a:solidFill>
                </a:rPr>
                <a:t>side_bookmarks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r>
                <a:rPr lang="en-US" altLang="ko-KR" sz="1200" dirty="0">
                  <a:solidFill>
                    <a:schemeClr val="tx1"/>
                  </a:solidFill>
                </a:rPr>
                <a:t>    </a:t>
              </a:r>
              <a:r>
                <a:rPr lang="en-US" altLang="ko-KR" sz="1200" dirty="0" err="1">
                  <a:solidFill>
                    <a:schemeClr val="tx1"/>
                  </a:solidFill>
                </a:rPr>
                <a:t>side_shared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r>
                <a:rPr lang="en-US" altLang="ko-KR" sz="1200" dirty="0">
                  <a:solidFill>
                    <a:schemeClr val="tx1"/>
                  </a:solidFill>
                </a:rPr>
                <a:t>  </a:t>
              </a:r>
              <a:r>
                <a:rPr lang="en-US" altLang="ko-KR" sz="1200" dirty="0" err="1">
                  <a:solidFill>
                    <a:schemeClr val="tx1"/>
                  </a:solidFill>
                </a:rPr>
                <a:t>home_items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r>
                <a:rPr lang="en-US" altLang="ko-KR" sz="1200" dirty="0">
                  <a:solidFill>
                    <a:schemeClr val="tx1"/>
                  </a:solidFill>
                </a:rPr>
                <a:t>    </a:t>
              </a:r>
              <a:r>
                <a:rPr lang="en-US" altLang="ko-KR" sz="1200" dirty="0" err="1">
                  <a:solidFill>
                    <a:schemeClr val="tx1"/>
                  </a:solidFill>
                </a:rPr>
                <a:t>home_bookmarks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r>
                <a:rPr lang="en-US" altLang="ko-KR" sz="1200" dirty="0">
                  <a:solidFill>
                    <a:schemeClr val="tx1"/>
                  </a:solidFill>
                </a:rPr>
                <a:t>    </a:t>
              </a:r>
              <a:r>
                <a:rPr lang="en-US" altLang="ko-KR" sz="1200" dirty="0" err="1">
                  <a:solidFill>
                    <a:schemeClr val="tx1"/>
                  </a:solidFill>
                </a:rPr>
                <a:t>home_notifs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r>
                <a:rPr lang="en-US" altLang="ko-KR" sz="1200" dirty="0">
                  <a:solidFill>
                    <a:schemeClr val="tx1"/>
                  </a:solidFill>
                </a:rPr>
                <a:t>    </a:t>
              </a:r>
              <a:r>
                <a:rPr lang="en-US" altLang="ko-KR" sz="1200" dirty="0" err="1">
                  <a:solidFill>
                    <a:schemeClr val="tx1"/>
                  </a:solidFill>
                </a:rPr>
                <a:t>home_files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r>
                <a:rPr lang="en-US" altLang="ko-KR" sz="1200" dirty="0">
                  <a:solidFill>
                    <a:schemeClr val="tx1"/>
                  </a:solidFill>
                </a:rPr>
                <a:t>    </a:t>
              </a:r>
              <a:r>
                <a:rPr lang="en-US" altLang="ko-KR" sz="1200" dirty="0" err="1">
                  <a:solidFill>
                    <a:schemeClr val="tx1"/>
                  </a:solidFill>
                </a:rPr>
                <a:t>home_shared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r>
                <a:rPr lang="en-US" altLang="ko-KR" sz="1200" dirty="0" err="1">
                  <a:solidFill>
                    <a:schemeClr val="tx1"/>
                  </a:solidFill>
                </a:rPr>
                <a:t>user_deleted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r>
                <a:rPr lang="en-US" altLang="ko-KR" sz="1200" dirty="0" err="1">
                  <a:solidFill>
                    <a:schemeClr val="tx1"/>
                  </a:solidFill>
                </a:rPr>
                <a:t>last_updated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r>
                <a:rPr lang="en-US" altLang="ko-KR" sz="1200" dirty="0" err="1">
                  <a:solidFill>
                    <a:schemeClr val="tx1"/>
                  </a:solidFill>
                </a:rPr>
                <a:t>use_image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632648" y="4648872"/>
              <a:ext cx="1656184" cy="2880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user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6" name="Straight Arrow Connector 5"/>
          <p:cNvCxnSpPr>
            <a:cxnSpLocks/>
            <a:stCxn id="17" idx="1"/>
            <a:endCxn id="5" idx="3"/>
          </p:cNvCxnSpPr>
          <p:nvPr/>
        </p:nvCxnSpPr>
        <p:spPr>
          <a:xfrm flipH="1" flipV="1">
            <a:off x="4214277" y="4378694"/>
            <a:ext cx="3820086" cy="614724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/>
          <p:cNvGrpSpPr/>
          <p:nvPr/>
        </p:nvGrpSpPr>
        <p:grpSpPr>
          <a:xfrm>
            <a:off x="8034363" y="4018524"/>
            <a:ext cx="1868546" cy="1706064"/>
            <a:chOff x="2632648" y="4648872"/>
            <a:chExt cx="1656184" cy="3999632"/>
          </a:xfrm>
        </p:grpSpPr>
        <p:sp>
          <p:nvSpPr>
            <p:cNvPr id="17" name="Rectangle 16"/>
            <p:cNvSpPr/>
            <p:nvPr/>
          </p:nvSpPr>
          <p:spPr>
            <a:xfrm>
              <a:off x="2632648" y="5220248"/>
              <a:ext cx="1656184" cy="3428256"/>
            </a:xfrm>
            <a:prstGeom prst="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0616" tIns="40616" rIns="40616" bIns="40616" rtlCol="0" anchor="t"/>
            <a:lstStyle/>
            <a:p>
              <a:r>
                <a:rPr lang="en-US" altLang="ko-KR" sz="1200" dirty="0">
                  <a:solidFill>
                    <a:schemeClr val="tx1"/>
                  </a:solidFill>
                </a:rPr>
                <a:t>token</a:t>
              </a:r>
            </a:p>
            <a:p>
              <a:r>
                <a:rPr lang="en-US" altLang="ko-KR" sz="1200" dirty="0" err="1">
                  <a:solidFill>
                    <a:schemeClr val="tx1"/>
                  </a:solidFill>
                </a:rPr>
                <a:t>refresh_token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r>
                <a:rPr lang="en-US" altLang="ko-KR" sz="1200" dirty="0" err="1">
                  <a:solidFill>
                    <a:schemeClr val="tx1"/>
                  </a:solidFill>
                </a:rPr>
                <a:t>google_id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r>
                <a:rPr lang="en-US" altLang="ko-KR" sz="1200" dirty="0">
                  <a:solidFill>
                    <a:schemeClr val="tx1"/>
                  </a:solidFill>
                </a:rPr>
                <a:t>email</a:t>
              </a:r>
            </a:p>
            <a:p>
              <a:r>
                <a:rPr lang="en-US" altLang="ko-KR" sz="1200" dirty="0">
                  <a:solidFill>
                    <a:schemeClr val="tx1"/>
                  </a:solidFill>
                </a:rPr>
                <a:t>email2</a:t>
              </a:r>
            </a:p>
            <a:p>
              <a:r>
                <a:rPr lang="en-US" altLang="ko-KR" sz="1200" dirty="0" err="1">
                  <a:solidFill>
                    <a:schemeClr val="tx1"/>
                  </a:solidFill>
                </a:rPr>
                <a:t>email_verified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632648" y="4648872"/>
              <a:ext cx="1656184" cy="571376"/>
            </a:xfrm>
            <a:prstGeom prst="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dirty="0" err="1">
                  <a:solidFill>
                    <a:schemeClr val="tx1"/>
                  </a:solidFill>
                </a:rPr>
                <a:t>user_google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98CF282-3028-58DF-8FFC-C5EF6D11740A}"/>
              </a:ext>
            </a:extLst>
          </p:cNvPr>
          <p:cNvGrpSpPr/>
          <p:nvPr/>
        </p:nvGrpSpPr>
        <p:grpSpPr>
          <a:xfrm>
            <a:off x="8034363" y="5802115"/>
            <a:ext cx="1868546" cy="2232248"/>
            <a:chOff x="2632648" y="4648872"/>
            <a:chExt cx="1656184" cy="3999629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50A1385-EACB-252B-0BD5-081B90AA28F9}"/>
                </a:ext>
              </a:extLst>
            </p:cNvPr>
            <p:cNvSpPr/>
            <p:nvPr/>
          </p:nvSpPr>
          <p:spPr>
            <a:xfrm>
              <a:off x="2632648" y="5259216"/>
              <a:ext cx="1656184" cy="338928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0616" tIns="40616" rIns="40616" bIns="40616" rtlCol="0" anchor="t"/>
            <a:lstStyle/>
            <a:p>
              <a:r>
                <a:rPr lang="en-US" altLang="ko-KR" sz="1200" dirty="0">
                  <a:solidFill>
                    <a:schemeClr val="tx1"/>
                  </a:solidFill>
                </a:rPr>
                <a:t>type</a:t>
              </a:r>
            </a:p>
            <a:p>
              <a:r>
                <a:rPr lang="en-US" altLang="ko-KR" sz="1200" dirty="0" err="1">
                  <a:solidFill>
                    <a:schemeClr val="tx1"/>
                  </a:solidFill>
                </a:rPr>
                <a:t>issys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r>
                <a:rPr lang="en-US" altLang="ko-KR" sz="1200" dirty="0" err="1">
                  <a:solidFill>
                    <a:schemeClr val="tx1"/>
                  </a:solidFill>
                </a:rPr>
                <a:t>file_name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r>
                <a:rPr lang="en-US" altLang="ko-KR" sz="1200" u="sng" dirty="0" err="1">
                  <a:solidFill>
                    <a:schemeClr val="tx1"/>
                  </a:solidFill>
                </a:rPr>
                <a:t>file_serial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r>
                <a:rPr lang="en-US" altLang="ko-KR" sz="1200" dirty="0" err="1">
                  <a:solidFill>
                    <a:schemeClr val="tx1"/>
                  </a:solidFill>
                </a:rPr>
                <a:t>last_renamed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r>
                <a:rPr lang="en-US" altLang="ko-KR" sz="1200" dirty="0" err="1">
                  <a:solidFill>
                    <a:schemeClr val="tx1"/>
                  </a:solidFill>
                </a:rPr>
                <a:t>last_modified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r>
                <a:rPr lang="en-US" altLang="ko-KR" sz="1200" dirty="0" err="1">
                  <a:solidFill>
                    <a:schemeClr val="tx1"/>
                  </a:solidFill>
                </a:rPr>
                <a:t>last_opened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r>
                <a:rPr lang="en-US" altLang="ko-KR" sz="1200" dirty="0" err="1">
                  <a:solidFill>
                    <a:schemeClr val="tx1"/>
                  </a:solidFill>
                </a:rPr>
                <a:t>to_delete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r>
                <a:rPr lang="en-US" altLang="ko-KR" sz="1200" dirty="0">
                  <a:solidFill>
                    <a:schemeClr val="tx1"/>
                  </a:solidFill>
                </a:rPr>
                <a:t>mark</a:t>
              </a:r>
            </a:p>
            <a:p>
              <a:r>
                <a:rPr lang="en-US" altLang="ko-KR" sz="1200" dirty="0" err="1">
                  <a:solidFill>
                    <a:schemeClr val="tx1"/>
                  </a:solidFill>
                </a:rPr>
                <a:t>copy_origin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9CED1C1-C8A6-CD04-1372-8F76EF005063}"/>
                </a:ext>
              </a:extLst>
            </p:cNvPr>
            <p:cNvSpPr/>
            <p:nvPr/>
          </p:nvSpPr>
          <p:spPr>
            <a:xfrm>
              <a:off x="2632648" y="4648872"/>
              <a:ext cx="1656184" cy="61034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file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F732747-9B1E-D5E0-A200-D6D99FF6F39A}"/>
              </a:ext>
            </a:extLst>
          </p:cNvPr>
          <p:cNvCxnSpPr>
            <a:stCxn id="23" idx="1"/>
            <a:endCxn id="5" idx="3"/>
          </p:cNvCxnSpPr>
          <p:nvPr/>
        </p:nvCxnSpPr>
        <p:spPr>
          <a:xfrm flipH="1" flipV="1">
            <a:off x="4214277" y="4378694"/>
            <a:ext cx="1659846" cy="186101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Diamond 22">
            <a:extLst>
              <a:ext uri="{FF2B5EF4-FFF2-40B4-BE49-F238E27FC236}">
                <a16:creationId xmlns:a16="http://schemas.microsoft.com/office/drawing/2014/main" id="{7EFB3C19-4634-394C-3F56-114316A58A5B}"/>
              </a:ext>
            </a:extLst>
          </p:cNvPr>
          <p:cNvSpPr/>
          <p:nvPr/>
        </p:nvSpPr>
        <p:spPr>
          <a:xfrm>
            <a:off x="5874123" y="5874123"/>
            <a:ext cx="1728192" cy="731170"/>
          </a:xfrm>
          <a:prstGeom prst="diamond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616" tIns="40616" rIns="40616" bIns="40616" rtlCol="0" anchor="t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drive</a:t>
            </a:r>
            <a:endParaRPr lang="ko-KR" altLang="en-US" sz="1200" dirty="0" err="1">
              <a:solidFill>
                <a:schemeClr val="tx1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0727D1E-6978-BD9F-A7D5-8EE20798CB11}"/>
              </a:ext>
            </a:extLst>
          </p:cNvPr>
          <p:cNvCxnSpPr>
            <a:cxnSpLocks/>
            <a:stCxn id="23" idx="3"/>
            <a:endCxn id="20" idx="1"/>
          </p:cNvCxnSpPr>
          <p:nvPr/>
        </p:nvCxnSpPr>
        <p:spPr>
          <a:xfrm>
            <a:off x="7602315" y="6239708"/>
            <a:ext cx="432048" cy="848852"/>
          </a:xfrm>
          <a:prstGeom prst="straightConnector1">
            <a:avLst/>
          </a:prstGeom>
          <a:ln w="57150" cmpd="dbl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7437EBE-1F4C-E15A-91C3-7ECC9D0BE49B}"/>
              </a:ext>
            </a:extLst>
          </p:cNvPr>
          <p:cNvCxnSpPr>
            <a:cxnSpLocks/>
            <a:stCxn id="48" idx="0"/>
            <a:endCxn id="21" idx="3"/>
          </p:cNvCxnSpPr>
          <p:nvPr/>
        </p:nvCxnSpPr>
        <p:spPr>
          <a:xfrm flipH="1" flipV="1">
            <a:off x="9902909" y="5972437"/>
            <a:ext cx="1299806" cy="3337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Diamond 47">
            <a:extLst>
              <a:ext uri="{FF2B5EF4-FFF2-40B4-BE49-F238E27FC236}">
                <a16:creationId xmlns:a16="http://schemas.microsoft.com/office/drawing/2014/main" id="{A0157D0A-9B0D-CA9E-51D5-A40064F934FC}"/>
              </a:ext>
            </a:extLst>
          </p:cNvPr>
          <p:cNvSpPr/>
          <p:nvPr/>
        </p:nvSpPr>
        <p:spPr>
          <a:xfrm>
            <a:off x="10338619" y="6306171"/>
            <a:ext cx="1728192" cy="731170"/>
          </a:xfrm>
          <a:prstGeom prst="diamond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616" tIns="40616" rIns="40616" bIns="40616" rtlCol="0" anchor="t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file_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parent</a:t>
            </a:r>
            <a:endParaRPr lang="ko-KR" altLang="en-US" sz="1200" dirty="0" err="1">
              <a:solidFill>
                <a:schemeClr val="tx1"/>
              </a:solidFill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64B5F94-92FA-7A16-AB6C-A3CB64806A56}"/>
              </a:ext>
            </a:extLst>
          </p:cNvPr>
          <p:cNvCxnSpPr>
            <a:cxnSpLocks/>
            <a:stCxn id="48" idx="2"/>
            <a:endCxn id="20" idx="3"/>
          </p:cNvCxnSpPr>
          <p:nvPr/>
        </p:nvCxnSpPr>
        <p:spPr>
          <a:xfrm flipH="1">
            <a:off x="9902909" y="7037341"/>
            <a:ext cx="1299806" cy="51219"/>
          </a:xfrm>
          <a:prstGeom prst="straightConnector1">
            <a:avLst/>
          </a:prstGeom>
          <a:ln w="57150" cmpd="dbl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3484198-E352-9BDC-2A14-8453F3576DD3}"/>
              </a:ext>
            </a:extLst>
          </p:cNvPr>
          <p:cNvCxnSpPr>
            <a:stCxn id="63" idx="1"/>
            <a:endCxn id="236" idx="3"/>
          </p:cNvCxnSpPr>
          <p:nvPr/>
        </p:nvCxnSpPr>
        <p:spPr>
          <a:xfrm flipH="1" flipV="1">
            <a:off x="4214277" y="1184530"/>
            <a:ext cx="7348478" cy="1094738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Diamond 62">
            <a:extLst>
              <a:ext uri="{FF2B5EF4-FFF2-40B4-BE49-F238E27FC236}">
                <a16:creationId xmlns:a16="http://schemas.microsoft.com/office/drawing/2014/main" id="{641838C1-AA15-2B40-5E88-AD71916BBD42}"/>
              </a:ext>
            </a:extLst>
          </p:cNvPr>
          <p:cNvSpPr/>
          <p:nvPr/>
        </p:nvSpPr>
        <p:spPr>
          <a:xfrm>
            <a:off x="11562755" y="1913683"/>
            <a:ext cx="1728192" cy="731170"/>
          </a:xfrm>
          <a:prstGeom prst="diamond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616" tIns="40616" rIns="40616" bIns="40616" rtlCol="0" anchor="t"/>
          <a:lstStyle/>
          <a:p>
            <a:pPr algn="ctr"/>
            <a:r>
              <a:rPr lang="en-US" altLang="ko-KR" sz="1200" dirty="0" err="1">
                <a:solidFill>
                  <a:schemeClr val="tx1"/>
                </a:solidFill>
              </a:rPr>
              <a:t>shared_def</a:t>
            </a:r>
            <a:endParaRPr lang="ko-KR" altLang="en-US" sz="1200" dirty="0" err="1">
              <a:solidFill>
                <a:schemeClr val="tx1"/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E528718-FBCC-CBA4-8E82-51FA7CE4FDF7}"/>
              </a:ext>
            </a:extLst>
          </p:cNvPr>
          <p:cNvSpPr/>
          <p:nvPr/>
        </p:nvSpPr>
        <p:spPr>
          <a:xfrm>
            <a:off x="6126151" y="5437732"/>
            <a:ext cx="1224136" cy="2880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616" tIns="40616" rIns="40616" bIns="40616" rtlCol="0" anchor="t"/>
          <a:lstStyle/>
          <a:p>
            <a:r>
              <a:rPr lang="en-US" altLang="ko-KR" sz="1200" dirty="0">
                <a:solidFill>
                  <a:schemeClr val="tx1"/>
                </a:solidFill>
              </a:rPr>
              <a:t>bookmarked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F02E7EA7-E8D9-0BF9-956E-E124D8C5DA47}"/>
              </a:ext>
            </a:extLst>
          </p:cNvPr>
          <p:cNvCxnSpPr>
            <a:stCxn id="23" idx="0"/>
            <a:endCxn id="71" idx="2"/>
          </p:cNvCxnSpPr>
          <p:nvPr/>
        </p:nvCxnSpPr>
        <p:spPr>
          <a:xfrm flipV="1">
            <a:off x="6738219" y="5725764"/>
            <a:ext cx="0" cy="148359"/>
          </a:xfrm>
          <a:prstGeom prst="lin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42D00A38-A9F0-5C76-944B-2367A8E12255}"/>
              </a:ext>
            </a:extLst>
          </p:cNvPr>
          <p:cNvCxnSpPr>
            <a:stCxn id="82" idx="2"/>
            <a:endCxn id="5" idx="1"/>
          </p:cNvCxnSpPr>
          <p:nvPr/>
        </p:nvCxnSpPr>
        <p:spPr>
          <a:xfrm>
            <a:off x="957282" y="1924773"/>
            <a:ext cx="1388449" cy="245392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Diamond 81">
            <a:extLst>
              <a:ext uri="{FF2B5EF4-FFF2-40B4-BE49-F238E27FC236}">
                <a16:creationId xmlns:a16="http://schemas.microsoft.com/office/drawing/2014/main" id="{7F37C94D-EF76-9539-D177-353D1BE4AF75}"/>
              </a:ext>
            </a:extLst>
          </p:cNvPr>
          <p:cNvSpPr/>
          <p:nvPr/>
        </p:nvSpPr>
        <p:spPr>
          <a:xfrm>
            <a:off x="185491" y="1193603"/>
            <a:ext cx="1543582" cy="731170"/>
          </a:xfrm>
          <a:prstGeom prst="diamond">
            <a:avLst/>
          </a:prstGeom>
          <a:solidFill>
            <a:schemeClr val="bg1"/>
          </a:solidFill>
          <a:ln w="38100" cmpd="dbl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616" tIns="40616" rIns="40616" bIns="40616" rtlCol="0" anchor="t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friend_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from</a:t>
            </a:r>
            <a:endParaRPr lang="ko-KR" altLang="en-US" sz="1200" dirty="0" err="1">
              <a:solidFill>
                <a:schemeClr val="tx1"/>
              </a:solidFill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31166ED-2507-C20B-D867-44121EE2180F}"/>
              </a:ext>
            </a:extLst>
          </p:cNvPr>
          <p:cNvSpPr/>
          <p:nvPr/>
        </p:nvSpPr>
        <p:spPr>
          <a:xfrm>
            <a:off x="11706771" y="473523"/>
            <a:ext cx="1476165" cy="8507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616" tIns="40616" rIns="40616" bIns="40616" rtlCol="0" anchor="t"/>
          <a:lstStyle/>
          <a:p>
            <a:r>
              <a:rPr lang="en-US" altLang="ko-KR" sz="1200" dirty="0" err="1">
                <a:solidFill>
                  <a:schemeClr val="tx1"/>
                </a:solidFill>
              </a:rPr>
              <a:t>date_shared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 err="1">
                <a:solidFill>
                  <a:schemeClr val="tx1"/>
                </a:solidFill>
              </a:rPr>
              <a:t>share_type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bookmarked</a:t>
            </a:r>
          </a:p>
          <a:p>
            <a:r>
              <a:rPr lang="en-US" altLang="ko-KR" sz="1200" dirty="0" err="1">
                <a:solidFill>
                  <a:schemeClr val="tx1"/>
                </a:solidFill>
              </a:rPr>
              <a:t>last_opened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7BDA6574-764E-7569-DC1B-E7CA1EDF1FB6}"/>
              </a:ext>
            </a:extLst>
          </p:cNvPr>
          <p:cNvCxnSpPr>
            <a:stCxn id="247" idx="3"/>
            <a:endCxn id="115" idx="1"/>
          </p:cNvCxnSpPr>
          <p:nvPr/>
        </p:nvCxnSpPr>
        <p:spPr>
          <a:xfrm flipV="1">
            <a:off x="8610427" y="1184530"/>
            <a:ext cx="792088" cy="14618"/>
          </a:xfrm>
          <a:prstGeom prst="straightConnector1">
            <a:avLst/>
          </a:prstGeom>
          <a:ln w="38100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0ACDBE84-7196-906C-A1E5-56BDCD69E49D}"/>
              </a:ext>
            </a:extLst>
          </p:cNvPr>
          <p:cNvGrpSpPr/>
          <p:nvPr/>
        </p:nvGrpSpPr>
        <p:grpSpPr>
          <a:xfrm>
            <a:off x="9402515" y="473523"/>
            <a:ext cx="1868546" cy="1213206"/>
            <a:chOff x="2632648" y="4648869"/>
            <a:chExt cx="1656184" cy="3999635"/>
          </a:xfrm>
        </p:grpSpPr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F38411B1-7617-7D44-602D-65B5BA9B27FF}"/>
                </a:ext>
              </a:extLst>
            </p:cNvPr>
            <p:cNvSpPr/>
            <p:nvPr/>
          </p:nvSpPr>
          <p:spPr>
            <a:xfrm>
              <a:off x="2632648" y="5337253"/>
              <a:ext cx="1656184" cy="3311251"/>
            </a:xfrm>
            <a:prstGeom prst="rect">
              <a:avLst/>
            </a:prstGeom>
            <a:solidFill>
              <a:schemeClr val="bg1"/>
            </a:solidFill>
            <a:ln w="38100" cmpd="dbl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0616" tIns="40616" rIns="40616" bIns="40616" rtlCol="0" anchor="t"/>
            <a:lstStyle/>
            <a:p>
              <a:r>
                <a:rPr lang="en-US" altLang="ko-KR" sz="1200" dirty="0" err="1">
                  <a:solidFill>
                    <a:schemeClr val="tx1"/>
                  </a:solidFill>
                </a:rPr>
                <a:t>date_added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endParaRPr lang="en-US" altLang="ko-KR" sz="1200" dirty="0">
                <a:solidFill>
                  <a:schemeClr val="tx1"/>
                </a:solidFill>
              </a:endParaRPr>
            </a:p>
            <a:p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8ECE2030-D763-75E6-CC7A-79202E648D55}"/>
                </a:ext>
              </a:extLst>
            </p:cNvPr>
            <p:cNvSpPr/>
            <p:nvPr/>
          </p:nvSpPr>
          <p:spPr>
            <a:xfrm>
              <a:off x="2632648" y="4648869"/>
              <a:ext cx="1656184" cy="688384"/>
            </a:xfrm>
            <a:prstGeom prst="rect">
              <a:avLst/>
            </a:prstGeom>
            <a:solidFill>
              <a:schemeClr val="bg1"/>
            </a:solidFill>
            <a:ln w="38100" cmpd="dbl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friend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69168FD4-B7CA-368B-D236-C3F6569B58FE}"/>
              </a:ext>
            </a:extLst>
          </p:cNvPr>
          <p:cNvCxnSpPr>
            <a:cxnSpLocks/>
            <a:stCxn id="231" idx="3"/>
            <a:endCxn id="63" idx="2"/>
          </p:cNvCxnSpPr>
          <p:nvPr/>
        </p:nvCxnSpPr>
        <p:spPr>
          <a:xfrm flipV="1">
            <a:off x="11631101" y="2644853"/>
            <a:ext cx="795750" cy="6808028"/>
          </a:xfrm>
          <a:prstGeom prst="straightConnector1">
            <a:avLst/>
          </a:prstGeom>
          <a:ln w="57150" cmpd="sng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D988A5F0-7015-6201-7F18-7C55D4E27D98}"/>
              </a:ext>
            </a:extLst>
          </p:cNvPr>
          <p:cNvGrpSpPr/>
          <p:nvPr/>
        </p:nvGrpSpPr>
        <p:grpSpPr>
          <a:xfrm>
            <a:off x="2345731" y="473523"/>
            <a:ext cx="1868547" cy="1213206"/>
            <a:chOff x="2632647" y="4648869"/>
            <a:chExt cx="1656185" cy="3999635"/>
          </a:xfrm>
        </p:grpSpPr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02E3AD7C-E0DF-F55C-BA2C-65D8444C233D}"/>
                </a:ext>
              </a:extLst>
            </p:cNvPr>
            <p:cNvSpPr/>
            <p:nvPr/>
          </p:nvSpPr>
          <p:spPr>
            <a:xfrm>
              <a:off x="2632647" y="5337253"/>
              <a:ext cx="1656184" cy="3311251"/>
            </a:xfrm>
            <a:prstGeom prst="rect">
              <a:avLst/>
            </a:prstGeom>
            <a:solidFill>
              <a:schemeClr val="bg1"/>
            </a:solidFill>
            <a:ln w="38100" cmpd="dbl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0616" tIns="40616" rIns="40616" bIns="40616" rtlCol="0" anchor="t"/>
            <a:lstStyle/>
            <a:p>
              <a:r>
                <a:rPr lang="en-US" altLang="ko-KR" sz="1200" dirty="0">
                  <a:solidFill>
                    <a:schemeClr val="tx1"/>
                  </a:solidFill>
                </a:rPr>
                <a:t>nickname</a:t>
              </a:r>
            </a:p>
            <a:p>
              <a:endParaRPr lang="en-US" altLang="ko-KR" sz="1200" dirty="0">
                <a:solidFill>
                  <a:schemeClr val="tx1"/>
                </a:solidFill>
              </a:endParaRPr>
            </a:p>
            <a:p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AD5D4DA0-C66A-9864-3121-74D86E03FBC6}"/>
                </a:ext>
              </a:extLst>
            </p:cNvPr>
            <p:cNvSpPr/>
            <p:nvPr/>
          </p:nvSpPr>
          <p:spPr>
            <a:xfrm>
              <a:off x="2632648" y="4648869"/>
              <a:ext cx="1656184" cy="688384"/>
            </a:xfrm>
            <a:prstGeom prst="rect">
              <a:avLst/>
            </a:prstGeom>
            <a:solidFill>
              <a:schemeClr val="bg1"/>
            </a:solidFill>
            <a:ln w="38100" cmpd="dbl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dirty="0" err="1">
                  <a:solidFill>
                    <a:schemeClr val="tx1"/>
                  </a:solidFill>
                </a:rPr>
                <a:t>friend_mono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247" name="Diamond 246">
            <a:extLst>
              <a:ext uri="{FF2B5EF4-FFF2-40B4-BE49-F238E27FC236}">
                <a16:creationId xmlns:a16="http://schemas.microsoft.com/office/drawing/2014/main" id="{1420F95B-8618-D61E-77F1-5E20E63367A2}"/>
              </a:ext>
            </a:extLst>
          </p:cNvPr>
          <p:cNvSpPr/>
          <p:nvPr/>
        </p:nvSpPr>
        <p:spPr>
          <a:xfrm>
            <a:off x="6882235" y="833563"/>
            <a:ext cx="1728192" cy="731170"/>
          </a:xfrm>
          <a:prstGeom prst="diamond">
            <a:avLst/>
          </a:prstGeom>
          <a:solidFill>
            <a:schemeClr val="bg1"/>
          </a:solidFill>
          <a:ln w="38100" cmpd="dbl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616" tIns="40616" rIns="40616" bIns="40616" rtlCol="0" anchor="t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friend_</a:t>
            </a:r>
          </a:p>
          <a:p>
            <a:pPr algn="ctr"/>
            <a:r>
              <a:rPr lang="en-US" altLang="ko-KR" sz="1200" dirty="0" err="1">
                <a:solidFill>
                  <a:schemeClr val="tx1"/>
                </a:solidFill>
              </a:rPr>
              <a:t>mono_rel</a:t>
            </a:r>
            <a:endParaRPr lang="ko-KR" altLang="en-US" sz="1200" dirty="0" err="1">
              <a:solidFill>
                <a:schemeClr val="tx1"/>
              </a:solidFill>
            </a:endParaRPr>
          </a:p>
        </p:txBody>
      </p: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155498B4-5805-BB73-2A65-F9AD8F22283D}"/>
              </a:ext>
            </a:extLst>
          </p:cNvPr>
          <p:cNvCxnSpPr>
            <a:stCxn id="247" idx="1"/>
            <a:endCxn id="236" idx="3"/>
          </p:cNvCxnSpPr>
          <p:nvPr/>
        </p:nvCxnSpPr>
        <p:spPr>
          <a:xfrm flipH="1" flipV="1">
            <a:off x="4214277" y="1184530"/>
            <a:ext cx="2667958" cy="14618"/>
          </a:xfrm>
          <a:prstGeom prst="straightConnector1">
            <a:avLst/>
          </a:prstGeom>
          <a:ln w="38100" cmpd="dbl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5263C430-A187-ACDA-2189-E96A850F56B4}"/>
              </a:ext>
            </a:extLst>
          </p:cNvPr>
          <p:cNvCxnSpPr>
            <a:cxnSpLocks/>
            <a:stCxn id="90" idx="2"/>
            <a:endCxn id="63" idx="0"/>
          </p:cNvCxnSpPr>
          <p:nvPr/>
        </p:nvCxnSpPr>
        <p:spPr>
          <a:xfrm flipH="1">
            <a:off x="12426851" y="1324244"/>
            <a:ext cx="18003" cy="589439"/>
          </a:xfrm>
          <a:prstGeom prst="lin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9" name="Straight Arrow Connector 268">
            <a:extLst>
              <a:ext uri="{FF2B5EF4-FFF2-40B4-BE49-F238E27FC236}">
                <a16:creationId xmlns:a16="http://schemas.microsoft.com/office/drawing/2014/main" id="{BA9E11A2-8982-B827-EBAB-038AEE79C19B}"/>
              </a:ext>
            </a:extLst>
          </p:cNvPr>
          <p:cNvCxnSpPr>
            <a:stCxn id="82" idx="3"/>
            <a:endCxn id="236" idx="1"/>
          </p:cNvCxnSpPr>
          <p:nvPr/>
        </p:nvCxnSpPr>
        <p:spPr>
          <a:xfrm flipV="1">
            <a:off x="1729073" y="1184530"/>
            <a:ext cx="616658" cy="374658"/>
          </a:xfrm>
          <a:prstGeom prst="straightConnector1">
            <a:avLst/>
          </a:prstGeom>
          <a:ln w="57150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Straight Arrow Connector 274">
            <a:extLst>
              <a:ext uri="{FF2B5EF4-FFF2-40B4-BE49-F238E27FC236}">
                <a16:creationId xmlns:a16="http://schemas.microsoft.com/office/drawing/2014/main" id="{517B0F27-907E-9D76-80A2-16F164F866E9}"/>
              </a:ext>
            </a:extLst>
          </p:cNvPr>
          <p:cNvCxnSpPr>
            <a:stCxn id="276" idx="2"/>
            <a:endCxn id="5" idx="1"/>
          </p:cNvCxnSpPr>
          <p:nvPr/>
        </p:nvCxnSpPr>
        <p:spPr>
          <a:xfrm>
            <a:off x="957282" y="844653"/>
            <a:ext cx="1388449" cy="35340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" name="Diamond 275">
            <a:extLst>
              <a:ext uri="{FF2B5EF4-FFF2-40B4-BE49-F238E27FC236}">
                <a16:creationId xmlns:a16="http://schemas.microsoft.com/office/drawing/2014/main" id="{D22792B0-A6C6-0534-EC8D-CB9B46912D22}"/>
              </a:ext>
            </a:extLst>
          </p:cNvPr>
          <p:cNvSpPr/>
          <p:nvPr/>
        </p:nvSpPr>
        <p:spPr>
          <a:xfrm>
            <a:off x="185491" y="113483"/>
            <a:ext cx="1543582" cy="731170"/>
          </a:xfrm>
          <a:prstGeom prst="diamond">
            <a:avLst/>
          </a:prstGeom>
          <a:solidFill>
            <a:schemeClr val="bg1"/>
          </a:solidFill>
          <a:ln w="38100" cmpd="dbl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616" tIns="40616" rIns="40616" bIns="40616" rtlCol="0" anchor="t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friend_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to</a:t>
            </a:r>
            <a:endParaRPr lang="ko-KR" altLang="en-US" sz="1200" dirty="0" err="1">
              <a:solidFill>
                <a:schemeClr val="tx1"/>
              </a:solidFill>
            </a:endParaRPr>
          </a:p>
        </p:txBody>
      </p:sp>
      <p:cxnSp>
        <p:nvCxnSpPr>
          <p:cNvPr id="277" name="Straight Arrow Connector 276">
            <a:extLst>
              <a:ext uri="{FF2B5EF4-FFF2-40B4-BE49-F238E27FC236}">
                <a16:creationId xmlns:a16="http://schemas.microsoft.com/office/drawing/2014/main" id="{2DB24178-E2A9-A5B3-3338-4C3E0B15A137}"/>
              </a:ext>
            </a:extLst>
          </p:cNvPr>
          <p:cNvCxnSpPr>
            <a:stCxn id="276" idx="3"/>
            <a:endCxn id="236" idx="1"/>
          </p:cNvCxnSpPr>
          <p:nvPr/>
        </p:nvCxnSpPr>
        <p:spPr>
          <a:xfrm>
            <a:off x="1729073" y="479068"/>
            <a:ext cx="616658" cy="705462"/>
          </a:xfrm>
          <a:prstGeom prst="straightConnector1">
            <a:avLst/>
          </a:prstGeom>
          <a:ln w="57150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TextBox 299">
            <a:extLst>
              <a:ext uri="{FF2B5EF4-FFF2-40B4-BE49-F238E27FC236}">
                <a16:creationId xmlns:a16="http://schemas.microsoft.com/office/drawing/2014/main" id="{64DC6AAF-CF06-97E9-A941-253371649BEA}"/>
              </a:ext>
            </a:extLst>
          </p:cNvPr>
          <p:cNvSpPr txBox="1"/>
          <p:nvPr/>
        </p:nvSpPr>
        <p:spPr>
          <a:xfrm>
            <a:off x="8690209" y="1278503"/>
            <a:ext cx="4219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2..2</a:t>
            </a:r>
            <a:endParaRPr lang="ko-KR" altLang="en-US" sz="1200" dirty="0"/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83C96048-4CED-012F-A1C6-66D4DE049D9E}"/>
              </a:ext>
            </a:extLst>
          </p:cNvPr>
          <p:cNvSpPr txBox="1"/>
          <p:nvPr/>
        </p:nvSpPr>
        <p:spPr>
          <a:xfrm>
            <a:off x="6551115" y="1127113"/>
            <a:ext cx="4219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1..1</a:t>
            </a:r>
            <a:endParaRPr lang="ko-KR" altLang="en-US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367AD9-D335-79ED-FD33-700380AA37CA}"/>
              </a:ext>
            </a:extLst>
          </p:cNvPr>
          <p:cNvSpPr txBox="1"/>
          <p:nvPr/>
        </p:nvSpPr>
        <p:spPr>
          <a:xfrm>
            <a:off x="5442075" y="4361955"/>
            <a:ext cx="20960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specialization</a:t>
            </a:r>
            <a:r>
              <a:rPr lang="ko-KR" altLang="en-US" sz="1200" dirty="0"/>
              <a:t> </a:t>
            </a:r>
            <a:r>
              <a:rPr lang="en-US" altLang="ko-KR" sz="1200" dirty="0"/>
              <a:t>(overlapping)</a:t>
            </a:r>
            <a:endParaRPr lang="ko-KR" altLang="en-US" sz="1200" dirty="0"/>
          </a:p>
        </p:txBody>
      </p: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E7B52B09-422F-9FAB-15DB-D328B139A4CF}"/>
              </a:ext>
            </a:extLst>
          </p:cNvPr>
          <p:cNvGrpSpPr/>
          <p:nvPr/>
        </p:nvGrpSpPr>
        <p:grpSpPr>
          <a:xfrm>
            <a:off x="9762555" y="8526198"/>
            <a:ext cx="1868546" cy="1607986"/>
            <a:chOff x="2632648" y="4648872"/>
            <a:chExt cx="1656184" cy="3999629"/>
          </a:xfrm>
        </p:grpSpPr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5781AF40-5E8B-B997-CAAC-F2649B859F6F}"/>
                </a:ext>
              </a:extLst>
            </p:cNvPr>
            <p:cNvSpPr/>
            <p:nvPr/>
          </p:nvSpPr>
          <p:spPr>
            <a:xfrm>
              <a:off x="2632648" y="5259216"/>
              <a:ext cx="1656184" cy="338928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0616" tIns="40616" rIns="40616" bIns="40616" rtlCol="0" anchor="t"/>
            <a:lstStyle/>
            <a:p>
              <a:r>
                <a:rPr lang="en-US" altLang="ko-KR" sz="1200" dirty="0" err="1">
                  <a:solidFill>
                    <a:schemeClr val="tx1"/>
                  </a:solidFill>
                </a:rPr>
                <a:t>last_opened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35F46782-0BE7-811B-6FCB-AB10ACAA4AB9}"/>
                </a:ext>
              </a:extLst>
            </p:cNvPr>
            <p:cNvSpPr/>
            <p:nvPr/>
          </p:nvSpPr>
          <p:spPr>
            <a:xfrm>
              <a:off x="2632648" y="4648872"/>
              <a:ext cx="1656184" cy="61034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dirty="0" err="1">
                  <a:solidFill>
                    <a:schemeClr val="tx1"/>
                  </a:solidFill>
                </a:rPr>
                <a:t>file_nondir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54" name="Straight Arrow Connector 253">
            <a:extLst>
              <a:ext uri="{FF2B5EF4-FFF2-40B4-BE49-F238E27FC236}">
                <a16:creationId xmlns:a16="http://schemas.microsoft.com/office/drawing/2014/main" id="{64472CEC-529E-15A1-2715-A8F90C902A2D}"/>
              </a:ext>
            </a:extLst>
          </p:cNvPr>
          <p:cNvCxnSpPr>
            <a:cxnSpLocks/>
            <a:stCxn id="232" idx="0"/>
            <a:endCxn id="20" idx="2"/>
          </p:cNvCxnSpPr>
          <p:nvPr/>
        </p:nvCxnSpPr>
        <p:spPr>
          <a:xfrm rot="16200000" flipV="1">
            <a:off x="9586815" y="7416185"/>
            <a:ext cx="491835" cy="1728192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253">
            <a:extLst>
              <a:ext uri="{FF2B5EF4-FFF2-40B4-BE49-F238E27FC236}">
                <a16:creationId xmlns:a16="http://schemas.microsoft.com/office/drawing/2014/main" id="{79F8458A-4341-C20B-B4ED-D983C98E4BA4}"/>
              </a:ext>
            </a:extLst>
          </p:cNvPr>
          <p:cNvCxnSpPr>
            <a:cxnSpLocks/>
            <a:stCxn id="280" idx="0"/>
            <a:endCxn id="20" idx="2"/>
          </p:cNvCxnSpPr>
          <p:nvPr/>
        </p:nvCxnSpPr>
        <p:spPr>
          <a:xfrm rot="5400000" flipH="1" flipV="1">
            <a:off x="8043709" y="7553705"/>
            <a:ext cx="444268" cy="1405585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0C97F255-88A6-C1F6-6634-ECEE627747A6}"/>
              </a:ext>
            </a:extLst>
          </p:cNvPr>
          <p:cNvSpPr/>
          <p:nvPr/>
        </p:nvSpPr>
        <p:spPr>
          <a:xfrm>
            <a:off x="9330507" y="8034363"/>
            <a:ext cx="1224136" cy="28803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616" tIns="40616" rIns="40616" bIns="40616" rtlCol="0" anchor="t"/>
          <a:lstStyle/>
          <a:p>
            <a:r>
              <a:rPr lang="en-US" altLang="ko-KR" sz="1200" dirty="0">
                <a:solidFill>
                  <a:schemeClr val="tx1"/>
                </a:solidFill>
              </a:rPr>
              <a:t>total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6156C06-2F1A-D8CF-D228-DEF411B4D558}"/>
              </a:ext>
            </a:extLst>
          </p:cNvPr>
          <p:cNvCxnSpPr>
            <a:cxnSpLocks/>
            <a:stCxn id="20" idx="2"/>
            <a:endCxn id="50" idx="1"/>
          </p:cNvCxnSpPr>
          <p:nvPr/>
        </p:nvCxnSpPr>
        <p:spPr>
          <a:xfrm>
            <a:off x="8968636" y="8034363"/>
            <a:ext cx="361871" cy="144016"/>
          </a:xfrm>
          <a:prstGeom prst="lin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8D4BBE6D-B2EE-A13E-60EB-76BF868E4B71}"/>
              </a:ext>
            </a:extLst>
          </p:cNvPr>
          <p:cNvGrpSpPr/>
          <p:nvPr/>
        </p:nvGrpSpPr>
        <p:grpSpPr>
          <a:xfrm>
            <a:off x="6628778" y="8478631"/>
            <a:ext cx="1868546" cy="533058"/>
            <a:chOff x="2632648" y="4648872"/>
            <a:chExt cx="1656184" cy="3999629"/>
          </a:xfrm>
        </p:grpSpPr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6A09008C-05F0-68C3-88CB-F396170B4552}"/>
                </a:ext>
              </a:extLst>
            </p:cNvPr>
            <p:cNvSpPr/>
            <p:nvPr/>
          </p:nvSpPr>
          <p:spPr>
            <a:xfrm>
              <a:off x="2632648" y="7158617"/>
              <a:ext cx="1656184" cy="148988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0616" tIns="40616" rIns="40616" bIns="40616" rtlCol="0" anchor="t"/>
            <a:lstStyle/>
            <a:p>
              <a:endParaRPr lang="en-US" altLang="ko-KR" sz="1200" dirty="0">
                <a:solidFill>
                  <a:schemeClr val="tx1"/>
                </a:solidFill>
              </a:endParaRPr>
            </a:p>
            <a:p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280" name="Rectangle 279">
              <a:extLst>
                <a:ext uri="{FF2B5EF4-FFF2-40B4-BE49-F238E27FC236}">
                  <a16:creationId xmlns:a16="http://schemas.microsoft.com/office/drawing/2014/main" id="{B23A159F-D896-BF70-C793-ECA0E170CF8F}"/>
                </a:ext>
              </a:extLst>
            </p:cNvPr>
            <p:cNvSpPr/>
            <p:nvPr/>
          </p:nvSpPr>
          <p:spPr>
            <a:xfrm>
              <a:off x="2632648" y="4648872"/>
              <a:ext cx="1656184" cy="250974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dirty="0" err="1">
                  <a:solidFill>
                    <a:schemeClr val="tx1"/>
                  </a:solidFill>
                </a:rPr>
                <a:t>file_dir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C146458B-FDE2-27E0-540F-4F78664CE69B}"/>
              </a:ext>
            </a:extLst>
          </p:cNvPr>
          <p:cNvGrpSpPr/>
          <p:nvPr/>
        </p:nvGrpSpPr>
        <p:grpSpPr>
          <a:xfrm>
            <a:off x="329507" y="6666211"/>
            <a:ext cx="1868546" cy="1607986"/>
            <a:chOff x="2632648" y="4648872"/>
            <a:chExt cx="1656184" cy="3999629"/>
          </a:xfrm>
        </p:grpSpPr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8D130022-BC2D-393E-1A35-2606D4DDAB1B}"/>
                </a:ext>
              </a:extLst>
            </p:cNvPr>
            <p:cNvSpPr/>
            <p:nvPr/>
          </p:nvSpPr>
          <p:spPr>
            <a:xfrm>
              <a:off x="2632648" y="5259216"/>
              <a:ext cx="1656184" cy="338928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0616" tIns="40616" rIns="40616" bIns="40616" rtlCol="0" anchor="t"/>
            <a:lstStyle/>
            <a:p>
              <a:r>
                <a:rPr lang="en-US" altLang="ko-KR" sz="1200" u="sng" dirty="0" err="1">
                  <a:solidFill>
                    <a:schemeClr val="tx1"/>
                  </a:solidFill>
                </a:rPr>
                <a:t>user_id</a:t>
              </a:r>
              <a:endParaRPr lang="en-US" altLang="ko-KR" sz="1200" u="sng" dirty="0">
                <a:solidFill>
                  <a:schemeClr val="tx1"/>
                </a:solidFill>
              </a:endParaRPr>
            </a:p>
            <a:p>
              <a:r>
                <a:rPr lang="en-US" altLang="ko-KR" sz="1200" dirty="0" err="1">
                  <a:solidFill>
                    <a:schemeClr val="tx1"/>
                  </a:solidFill>
                </a:rPr>
                <a:t>user_serial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r>
                <a:rPr lang="en-US" altLang="ko-KR" sz="1200" dirty="0" err="1">
                  <a:solidFill>
                    <a:schemeClr val="tx1"/>
                  </a:solidFill>
                </a:rPr>
                <a:t>last_updated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B37ED7D2-2087-3DDE-EDA7-6B4FC425F331}"/>
                </a:ext>
              </a:extLst>
            </p:cNvPr>
            <p:cNvSpPr/>
            <p:nvPr/>
          </p:nvSpPr>
          <p:spPr>
            <a:xfrm>
              <a:off x="2632648" y="4648872"/>
              <a:ext cx="1656184" cy="61034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dirty="0" err="1">
                  <a:solidFill>
                    <a:schemeClr val="tx1"/>
                  </a:solidFill>
                </a:rPr>
                <a:t>old_id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78923A57-0062-8CEF-8A17-D4ACBFD2D5C6}"/>
              </a:ext>
            </a:extLst>
          </p:cNvPr>
          <p:cNvGrpSpPr/>
          <p:nvPr/>
        </p:nvGrpSpPr>
        <p:grpSpPr>
          <a:xfrm>
            <a:off x="329507" y="4866011"/>
            <a:ext cx="1868546" cy="1607986"/>
            <a:chOff x="2632648" y="4648872"/>
            <a:chExt cx="1656184" cy="399962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965AD09-ED1F-2F7B-3FDA-CF63BFD21DB4}"/>
                </a:ext>
              </a:extLst>
            </p:cNvPr>
            <p:cNvSpPr/>
            <p:nvPr/>
          </p:nvSpPr>
          <p:spPr>
            <a:xfrm>
              <a:off x="2632648" y="5259216"/>
              <a:ext cx="1656184" cy="338928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0616" tIns="40616" rIns="40616" bIns="40616" rtlCol="0" anchor="t"/>
            <a:lstStyle/>
            <a:p>
              <a:r>
                <a:rPr lang="en-US" altLang="ko-KR" sz="1200" dirty="0" err="1">
                  <a:solidFill>
                    <a:schemeClr val="tx1"/>
                  </a:solidFill>
                </a:rPr>
                <a:t>last_updated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r>
                <a:rPr lang="en-US" altLang="ko-KR" sz="1200" u="sng" dirty="0">
                  <a:solidFill>
                    <a:schemeClr val="tx1"/>
                  </a:solidFill>
                </a:rPr>
                <a:t>token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50A35D6-636B-48BD-0BBB-09DB3763A7E8}"/>
                </a:ext>
              </a:extLst>
            </p:cNvPr>
            <p:cNvSpPr/>
            <p:nvPr/>
          </p:nvSpPr>
          <p:spPr>
            <a:xfrm>
              <a:off x="2632648" y="4648872"/>
              <a:ext cx="1656184" cy="61034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session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E185426-6FAA-70E5-D685-F81B3237DA1D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>
            <a:off x="1921387" y="3849592"/>
            <a:ext cx="424344" cy="52910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iamond 9">
            <a:extLst>
              <a:ext uri="{FF2B5EF4-FFF2-40B4-BE49-F238E27FC236}">
                <a16:creationId xmlns:a16="http://schemas.microsoft.com/office/drawing/2014/main" id="{1D9B1FCF-4992-D0AE-61E7-4B155D814FC0}"/>
              </a:ext>
            </a:extLst>
          </p:cNvPr>
          <p:cNvSpPr/>
          <p:nvPr/>
        </p:nvSpPr>
        <p:spPr>
          <a:xfrm>
            <a:off x="193195" y="3484007"/>
            <a:ext cx="1728192" cy="731170"/>
          </a:xfrm>
          <a:prstGeom prst="diamond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616" tIns="40616" rIns="40616" bIns="40616" rtlCol="0" anchor="t"/>
          <a:lstStyle/>
          <a:p>
            <a:pPr algn="ctr"/>
            <a:r>
              <a:rPr lang="en-US" altLang="ko-KR" sz="1200" dirty="0" err="1">
                <a:solidFill>
                  <a:schemeClr val="tx1"/>
                </a:solidFill>
              </a:rPr>
              <a:t>session_rel</a:t>
            </a:r>
            <a:endParaRPr lang="ko-KR" altLang="en-US" sz="1200" dirty="0" err="1">
              <a:solidFill>
                <a:schemeClr val="tx1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E2C938A-98A5-5B9A-C1E6-2D7059FD70F5}"/>
              </a:ext>
            </a:extLst>
          </p:cNvPr>
          <p:cNvCxnSpPr>
            <a:cxnSpLocks/>
            <a:stCxn id="10" idx="2"/>
            <a:endCxn id="7" idx="0"/>
          </p:cNvCxnSpPr>
          <p:nvPr/>
        </p:nvCxnSpPr>
        <p:spPr>
          <a:xfrm>
            <a:off x="1057291" y="4215177"/>
            <a:ext cx="206489" cy="650834"/>
          </a:xfrm>
          <a:prstGeom prst="straightConnector1">
            <a:avLst/>
          </a:prstGeom>
          <a:ln w="57150" cmpd="dbl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C952F41-27A7-9C32-808C-477905DA867C}"/>
              </a:ext>
            </a:extLst>
          </p:cNvPr>
          <p:cNvGrpSpPr/>
          <p:nvPr/>
        </p:nvGrpSpPr>
        <p:grpSpPr>
          <a:xfrm>
            <a:off x="329507" y="8466411"/>
            <a:ext cx="1868546" cy="1607986"/>
            <a:chOff x="2632648" y="4648872"/>
            <a:chExt cx="1656184" cy="3999629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69B421E-E6CB-50E0-DE25-4F7ECC759391}"/>
                </a:ext>
              </a:extLst>
            </p:cNvPr>
            <p:cNvSpPr/>
            <p:nvPr/>
          </p:nvSpPr>
          <p:spPr>
            <a:xfrm>
              <a:off x="2632648" y="5259216"/>
              <a:ext cx="1656184" cy="338928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0616" tIns="40616" rIns="40616" bIns="40616" rtlCol="0" anchor="t"/>
            <a:lstStyle/>
            <a:p>
              <a:r>
                <a:rPr lang="en-US" altLang="ko-KR" sz="1200" u="sng" dirty="0">
                  <a:solidFill>
                    <a:schemeClr val="tx1"/>
                  </a:solidFill>
                </a:rPr>
                <a:t>token</a:t>
              </a:r>
            </a:p>
            <a:p>
              <a:r>
                <a:rPr lang="en-US" altLang="ko-KR" sz="1200" dirty="0" err="1">
                  <a:solidFill>
                    <a:schemeClr val="tx1"/>
                  </a:solidFill>
                </a:rPr>
                <a:t>last_updated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0B894C3-DEFE-58FB-6686-56046A9B2E82}"/>
                </a:ext>
              </a:extLst>
            </p:cNvPr>
            <p:cNvSpPr/>
            <p:nvPr/>
          </p:nvSpPr>
          <p:spPr>
            <a:xfrm>
              <a:off x="2632648" y="4648872"/>
              <a:ext cx="1656184" cy="61034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dirty="0" err="1">
                  <a:solidFill>
                    <a:schemeClr val="tx1"/>
                  </a:solidFill>
                </a:rPr>
                <a:t>google_consent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412169C-963F-2F4F-6A31-31252F699B58}"/>
              </a:ext>
            </a:extLst>
          </p:cNvPr>
          <p:cNvGrpSpPr/>
          <p:nvPr/>
        </p:nvGrpSpPr>
        <p:grpSpPr>
          <a:xfrm>
            <a:off x="2345731" y="8466411"/>
            <a:ext cx="1868546" cy="1607986"/>
            <a:chOff x="2632648" y="4648872"/>
            <a:chExt cx="1656184" cy="3999629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47586FD-A15D-6A74-9F61-9698A0E0C016}"/>
                </a:ext>
              </a:extLst>
            </p:cNvPr>
            <p:cNvSpPr/>
            <p:nvPr/>
          </p:nvSpPr>
          <p:spPr>
            <a:xfrm>
              <a:off x="2632648" y="5259216"/>
              <a:ext cx="1656184" cy="338928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0616" tIns="40616" rIns="40616" bIns="40616" rtlCol="0" anchor="t"/>
            <a:lstStyle/>
            <a:p>
              <a:r>
                <a:rPr lang="en-US" altLang="ko-KR" sz="1200" u="sng" dirty="0">
                  <a:solidFill>
                    <a:schemeClr val="tx1"/>
                  </a:solidFill>
                </a:rPr>
                <a:t>email</a:t>
              </a:r>
            </a:p>
            <a:p>
              <a:r>
                <a:rPr lang="en-US" altLang="ko-KR" sz="1200" u="sng" dirty="0">
                  <a:solidFill>
                    <a:schemeClr val="tx1"/>
                  </a:solidFill>
                </a:rPr>
                <a:t>email2</a:t>
              </a:r>
            </a:p>
            <a:p>
              <a:r>
                <a:rPr lang="en-US" altLang="ko-KR" sz="1200" dirty="0">
                  <a:solidFill>
                    <a:schemeClr val="tx1"/>
                  </a:solidFill>
                </a:rPr>
                <a:t>code</a:t>
              </a:r>
            </a:p>
            <a:p>
              <a:r>
                <a:rPr lang="en-US" altLang="ko-KR" sz="1200" dirty="0" err="1">
                  <a:solidFill>
                    <a:schemeClr val="tx1"/>
                  </a:solidFill>
                </a:rPr>
                <a:t>last_updated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DE60EB0-E6CA-BB29-A7D0-48D8387AA20D}"/>
                </a:ext>
              </a:extLst>
            </p:cNvPr>
            <p:cNvSpPr/>
            <p:nvPr/>
          </p:nvSpPr>
          <p:spPr>
            <a:xfrm>
              <a:off x="2632648" y="4648872"/>
              <a:ext cx="1656184" cy="61034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dirty="0" err="1">
                  <a:solidFill>
                    <a:schemeClr val="tx1"/>
                  </a:solidFill>
                </a:rPr>
                <a:t>email_verification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BEE959DC-2C82-453B-011B-906CF7EA1E11}"/>
              </a:ext>
            </a:extLst>
          </p:cNvPr>
          <p:cNvGrpSpPr/>
          <p:nvPr/>
        </p:nvGrpSpPr>
        <p:grpSpPr>
          <a:xfrm>
            <a:off x="2345731" y="6666211"/>
            <a:ext cx="1868546" cy="1607986"/>
            <a:chOff x="2632648" y="4648872"/>
            <a:chExt cx="1656184" cy="3999629"/>
          </a:xfrm>
        </p:grpSpPr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5A647213-A7C7-C1B4-ECF9-4B22E4CB7E06}"/>
                </a:ext>
              </a:extLst>
            </p:cNvPr>
            <p:cNvSpPr/>
            <p:nvPr/>
          </p:nvSpPr>
          <p:spPr>
            <a:xfrm>
              <a:off x="2632648" y="5259216"/>
              <a:ext cx="1656184" cy="338928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0616" tIns="40616" rIns="40616" bIns="40616" rtlCol="0" anchor="t"/>
            <a:lstStyle/>
            <a:p>
              <a:r>
                <a:rPr lang="en-US" altLang="ko-KR" sz="1200" u="sng" dirty="0" err="1">
                  <a:solidFill>
                    <a:schemeClr val="tx1"/>
                  </a:solidFill>
                </a:rPr>
                <a:t>user_id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1EE240E6-F1AB-79AE-AF0A-603C37F56955}"/>
                </a:ext>
              </a:extLst>
            </p:cNvPr>
            <p:cNvSpPr/>
            <p:nvPr/>
          </p:nvSpPr>
          <p:spPr>
            <a:xfrm>
              <a:off x="2632648" y="4648872"/>
              <a:ext cx="1656184" cy="61034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dirty="0" err="1">
                  <a:solidFill>
                    <a:schemeClr val="tx1"/>
                  </a:solidFill>
                </a:rPr>
                <a:t>all_id</a:t>
              </a:r>
              <a:r>
                <a:rPr lang="en-US" altLang="ko-KR" sz="1200" dirty="0">
                  <a:solidFill>
                    <a:schemeClr val="tx1"/>
                  </a:solidFill>
                </a:rPr>
                <a:t> &lt;view&gt;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198CF282-3028-58DF-8FFC-C5EF6D11740A}"/>
              </a:ext>
            </a:extLst>
          </p:cNvPr>
          <p:cNvGrpSpPr/>
          <p:nvPr/>
        </p:nvGrpSpPr>
        <p:grpSpPr>
          <a:xfrm>
            <a:off x="5658099" y="9330507"/>
            <a:ext cx="1868546" cy="2592288"/>
            <a:chOff x="2632648" y="4648872"/>
            <a:chExt cx="1656184" cy="3999629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E50A1385-EACB-252B-0BD5-081B90AA28F9}"/>
                </a:ext>
              </a:extLst>
            </p:cNvPr>
            <p:cNvSpPr/>
            <p:nvPr/>
          </p:nvSpPr>
          <p:spPr>
            <a:xfrm>
              <a:off x="2632648" y="5047945"/>
              <a:ext cx="1656184" cy="360055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0616" tIns="40616" rIns="40616" bIns="40616" rtlCol="0" anchor="t"/>
            <a:lstStyle/>
            <a:p>
              <a:r>
                <a:rPr lang="en-US" altLang="ko-KR" sz="1200" dirty="0" err="1">
                  <a:solidFill>
                    <a:schemeClr val="tx1"/>
                  </a:solidFill>
                </a:rPr>
                <a:t>parent_serial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r>
                <a:rPr lang="en-US" altLang="ko-KR" sz="1200" dirty="0" err="1">
                  <a:solidFill>
                    <a:schemeClr val="tx1"/>
                  </a:solidFill>
                </a:rPr>
                <a:t>parent_path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r>
                <a:rPr lang="en-US" altLang="ko-KR" sz="1200" dirty="0">
                  <a:solidFill>
                    <a:schemeClr val="tx1"/>
                  </a:solidFill>
                </a:rPr>
                <a:t>type</a:t>
              </a:r>
            </a:p>
            <a:p>
              <a:r>
                <a:rPr lang="en-US" altLang="ko-KR" sz="1200" dirty="0" err="1">
                  <a:solidFill>
                    <a:schemeClr val="tx1"/>
                  </a:solidFill>
                </a:rPr>
                <a:t>file_name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r>
                <a:rPr lang="en-US" altLang="ko-KR" sz="1200" u="sng" dirty="0" err="1">
                  <a:solidFill>
                    <a:schemeClr val="tx1"/>
                  </a:solidFill>
                </a:rPr>
                <a:t>file_serial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r>
                <a:rPr lang="en-US" altLang="ko-KR" sz="1200" dirty="0" err="1">
                  <a:solidFill>
                    <a:schemeClr val="tx1"/>
                  </a:solidFill>
                </a:rPr>
                <a:t>last_renamed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r>
                <a:rPr lang="en-US" altLang="ko-KR" sz="1200" dirty="0" err="1">
                  <a:solidFill>
                    <a:schemeClr val="tx1"/>
                  </a:solidFill>
                </a:rPr>
                <a:t>last_modified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r>
                <a:rPr lang="en-US" altLang="ko-KR" sz="1200" dirty="0" err="1">
                  <a:solidFill>
                    <a:schemeClr val="tx1"/>
                  </a:solidFill>
                </a:rPr>
                <a:t>del_type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r>
                <a:rPr lang="en-US" altLang="ko-KR" sz="1200" dirty="0" err="1">
                  <a:solidFill>
                    <a:schemeClr val="tx1"/>
                  </a:solidFill>
                </a:rPr>
                <a:t>to_restore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r>
                <a:rPr lang="en-US" altLang="ko-KR" sz="1200" dirty="0" err="1">
                  <a:solidFill>
                    <a:schemeClr val="tx1"/>
                  </a:solidFill>
                </a:rPr>
                <a:t>to_delete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r>
                <a:rPr lang="en-US" altLang="ko-KR" sz="1200" dirty="0">
                  <a:solidFill>
                    <a:schemeClr val="tx1"/>
                  </a:solidFill>
                </a:rPr>
                <a:t>mark</a:t>
              </a:r>
            </a:p>
            <a:p>
              <a:r>
                <a:rPr lang="en-US" altLang="ko-KR" sz="1200" dirty="0" err="1">
                  <a:solidFill>
                    <a:schemeClr val="tx1"/>
                  </a:solidFill>
                </a:rPr>
                <a:t>copy_origin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69CED1C1-C8A6-CD04-1372-8F76EF005063}"/>
                </a:ext>
              </a:extLst>
            </p:cNvPr>
            <p:cNvSpPr/>
            <p:nvPr/>
          </p:nvSpPr>
          <p:spPr>
            <a:xfrm>
              <a:off x="2632648" y="4648872"/>
              <a:ext cx="1656184" cy="39907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recycle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7F732747-9B1E-D5E0-A200-D6D99FF6F39A}"/>
              </a:ext>
            </a:extLst>
          </p:cNvPr>
          <p:cNvCxnSpPr>
            <a:stCxn id="77" idx="0"/>
            <a:endCxn id="5" idx="3"/>
          </p:cNvCxnSpPr>
          <p:nvPr/>
        </p:nvCxnSpPr>
        <p:spPr>
          <a:xfrm flipH="1" flipV="1">
            <a:off x="4214277" y="4378694"/>
            <a:ext cx="1155790" cy="33676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Diamond 76">
            <a:extLst>
              <a:ext uri="{FF2B5EF4-FFF2-40B4-BE49-F238E27FC236}">
                <a16:creationId xmlns:a16="http://schemas.microsoft.com/office/drawing/2014/main" id="{7EFB3C19-4634-394C-3F56-114316A58A5B}"/>
              </a:ext>
            </a:extLst>
          </p:cNvPr>
          <p:cNvSpPr/>
          <p:nvPr/>
        </p:nvSpPr>
        <p:spPr>
          <a:xfrm>
            <a:off x="4505971" y="7746331"/>
            <a:ext cx="1728192" cy="731170"/>
          </a:xfrm>
          <a:prstGeom prst="diamond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616" tIns="40616" rIns="40616" bIns="40616" rtlCol="0" anchor="t"/>
          <a:lstStyle/>
          <a:p>
            <a:pPr algn="ctr"/>
            <a:r>
              <a:rPr lang="en-US" altLang="ko-KR" sz="1200" dirty="0" err="1">
                <a:solidFill>
                  <a:schemeClr val="tx1"/>
                </a:solidFill>
              </a:rPr>
              <a:t>recycle_rel</a:t>
            </a:r>
            <a:endParaRPr lang="ko-KR" altLang="en-US" sz="1200" dirty="0" err="1">
              <a:solidFill>
                <a:schemeClr val="tx1"/>
              </a:solidFill>
            </a:endParaRP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E0727D1E-6978-BD9F-A7D5-8EE20798CB11}"/>
              </a:ext>
            </a:extLst>
          </p:cNvPr>
          <p:cNvCxnSpPr>
            <a:cxnSpLocks/>
            <a:stCxn id="77" idx="2"/>
            <a:endCxn id="73" idx="1"/>
          </p:cNvCxnSpPr>
          <p:nvPr/>
        </p:nvCxnSpPr>
        <p:spPr>
          <a:xfrm>
            <a:off x="5370067" y="8477501"/>
            <a:ext cx="288032" cy="2278476"/>
          </a:xfrm>
          <a:prstGeom prst="straightConnector1">
            <a:avLst/>
          </a:prstGeom>
          <a:ln w="57150" cmpd="dbl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oup 84">
            <a:extLst>
              <a:ext uri="{FF2B5EF4-FFF2-40B4-BE49-F238E27FC236}">
                <a16:creationId xmlns:a16="http://schemas.microsoft.com/office/drawing/2014/main" id="{C412169C-963F-2F4F-6A31-31252F699B58}"/>
              </a:ext>
            </a:extLst>
          </p:cNvPr>
          <p:cNvGrpSpPr/>
          <p:nvPr/>
        </p:nvGrpSpPr>
        <p:grpSpPr>
          <a:xfrm>
            <a:off x="2345731" y="10266611"/>
            <a:ext cx="1868546" cy="1607986"/>
            <a:chOff x="2632648" y="4648872"/>
            <a:chExt cx="1656184" cy="3999629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547586FD-A15D-6A74-9F61-9698A0E0C016}"/>
                </a:ext>
              </a:extLst>
            </p:cNvPr>
            <p:cNvSpPr/>
            <p:nvPr/>
          </p:nvSpPr>
          <p:spPr>
            <a:xfrm>
              <a:off x="2632648" y="5259216"/>
              <a:ext cx="1656184" cy="338928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0616" tIns="40616" rIns="40616" bIns="40616" rtlCol="0" anchor="t"/>
            <a:lstStyle/>
            <a:p>
              <a:r>
                <a:rPr lang="en-US" altLang="ko-KR" sz="1200" u="sng" dirty="0" err="1">
                  <a:solidFill>
                    <a:schemeClr val="tx1"/>
                  </a:solidFill>
                </a:rPr>
                <a:t>file_serial</a:t>
              </a:r>
              <a:endParaRPr lang="en-US" altLang="ko-KR" sz="1200" u="sng" dirty="0">
                <a:solidFill>
                  <a:schemeClr val="tx1"/>
                </a:solidFill>
              </a:endParaRPr>
            </a:p>
            <a:p>
              <a:r>
                <a:rPr lang="en-US" altLang="ko-KR" sz="1200" u="sng" dirty="0">
                  <a:solidFill>
                    <a:schemeClr val="tx1"/>
                  </a:solidFill>
                </a:rPr>
                <a:t>reader</a:t>
              </a: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2DE60EB0-E6CA-BB29-A7D0-48D8387AA20D}"/>
                </a:ext>
              </a:extLst>
            </p:cNvPr>
            <p:cNvSpPr/>
            <p:nvPr/>
          </p:nvSpPr>
          <p:spPr>
            <a:xfrm>
              <a:off x="2632648" y="4648872"/>
              <a:ext cx="1656184" cy="61034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bookmark &lt;view&gt;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C412169C-963F-2F4F-6A31-31252F699B58}"/>
              </a:ext>
            </a:extLst>
          </p:cNvPr>
          <p:cNvGrpSpPr/>
          <p:nvPr/>
        </p:nvGrpSpPr>
        <p:grpSpPr>
          <a:xfrm>
            <a:off x="8034363" y="2273723"/>
            <a:ext cx="1868546" cy="1607986"/>
            <a:chOff x="2632648" y="4648872"/>
            <a:chExt cx="1656184" cy="3999629"/>
          </a:xfrm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547586FD-A15D-6A74-9F61-9698A0E0C016}"/>
                </a:ext>
              </a:extLst>
            </p:cNvPr>
            <p:cNvSpPr/>
            <p:nvPr/>
          </p:nvSpPr>
          <p:spPr>
            <a:xfrm>
              <a:off x="2632648" y="5259216"/>
              <a:ext cx="1656184" cy="3389285"/>
            </a:xfrm>
            <a:prstGeom prst="rect">
              <a:avLst/>
            </a:prstGeom>
            <a:solidFill>
              <a:schemeClr val="bg1"/>
            </a:solidFill>
            <a:ln w="38100" cmpd="dbl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9600" tIns="39600" rIns="39600" bIns="39600" rtlCol="0" anchor="t"/>
            <a:lstStyle/>
            <a:p>
              <a:r>
                <a:rPr lang="en-US" altLang="ko-KR" sz="1200" dirty="0" err="1">
                  <a:solidFill>
                    <a:schemeClr val="tx1"/>
                  </a:solidFill>
                </a:rPr>
                <a:t>last_updated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2DE60EB0-E6CA-BB29-A7D0-48D8387AA20D}"/>
                </a:ext>
              </a:extLst>
            </p:cNvPr>
            <p:cNvSpPr/>
            <p:nvPr/>
          </p:nvSpPr>
          <p:spPr>
            <a:xfrm>
              <a:off x="2632648" y="4648872"/>
              <a:ext cx="1656184" cy="610347"/>
            </a:xfrm>
            <a:prstGeom prst="rect">
              <a:avLst/>
            </a:prstGeom>
            <a:solidFill>
              <a:schemeClr val="bg1"/>
            </a:solidFill>
            <a:ln w="38100" cmpd="dbl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9600" tIns="39600" rIns="39600" bIns="39600" rtlCol="0" anchor="ctr"/>
            <a:lstStyle/>
            <a:p>
              <a:pPr algn="ctr"/>
              <a:r>
                <a:rPr lang="en-US" altLang="ko-KR" sz="1200" dirty="0" err="1">
                  <a:solidFill>
                    <a:schemeClr val="tx1"/>
                  </a:solidFill>
                </a:rPr>
                <a:t>friend_req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517B0F27-907E-9D76-80A2-16F164F866E9}"/>
              </a:ext>
            </a:extLst>
          </p:cNvPr>
          <p:cNvCxnSpPr>
            <a:stCxn id="117" idx="1"/>
            <a:endCxn id="5" idx="3"/>
          </p:cNvCxnSpPr>
          <p:nvPr/>
        </p:nvCxnSpPr>
        <p:spPr>
          <a:xfrm flipH="1">
            <a:off x="4214277" y="2063244"/>
            <a:ext cx="939766" cy="23154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Diamond 116">
            <a:extLst>
              <a:ext uri="{FF2B5EF4-FFF2-40B4-BE49-F238E27FC236}">
                <a16:creationId xmlns:a16="http://schemas.microsoft.com/office/drawing/2014/main" id="{D22792B0-A6C6-0534-EC8D-CB9B46912D22}"/>
              </a:ext>
            </a:extLst>
          </p:cNvPr>
          <p:cNvSpPr/>
          <p:nvPr/>
        </p:nvSpPr>
        <p:spPr>
          <a:xfrm>
            <a:off x="5154043" y="1697659"/>
            <a:ext cx="1543582" cy="731170"/>
          </a:xfrm>
          <a:prstGeom prst="diamond">
            <a:avLst/>
          </a:prstGeom>
          <a:solidFill>
            <a:schemeClr val="bg1"/>
          </a:solidFill>
          <a:ln w="38100" cmpd="dbl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616" tIns="40616" rIns="40616" bIns="40616" rtlCol="0" anchor="t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request_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from</a:t>
            </a:r>
            <a:endParaRPr lang="ko-KR" altLang="en-US" sz="1200" dirty="0" err="1">
              <a:solidFill>
                <a:schemeClr val="tx1"/>
              </a:solidFill>
            </a:endParaRPr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2DB24178-E2A9-A5B3-3338-4C3E0B15A137}"/>
              </a:ext>
            </a:extLst>
          </p:cNvPr>
          <p:cNvCxnSpPr>
            <a:stCxn id="117" idx="3"/>
            <a:endCxn id="89" idx="1"/>
          </p:cNvCxnSpPr>
          <p:nvPr/>
        </p:nvCxnSpPr>
        <p:spPr>
          <a:xfrm>
            <a:off x="6697625" y="2063244"/>
            <a:ext cx="1336738" cy="1137162"/>
          </a:xfrm>
          <a:prstGeom prst="straightConnector1">
            <a:avLst/>
          </a:prstGeom>
          <a:ln w="57150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517B0F27-907E-9D76-80A2-16F164F866E9}"/>
              </a:ext>
            </a:extLst>
          </p:cNvPr>
          <p:cNvCxnSpPr>
            <a:stCxn id="120" idx="1"/>
            <a:endCxn id="5" idx="3"/>
          </p:cNvCxnSpPr>
          <p:nvPr/>
        </p:nvCxnSpPr>
        <p:spPr>
          <a:xfrm flipH="1">
            <a:off x="4214277" y="2927340"/>
            <a:ext cx="939766" cy="14513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Diamond 119">
            <a:extLst>
              <a:ext uri="{FF2B5EF4-FFF2-40B4-BE49-F238E27FC236}">
                <a16:creationId xmlns:a16="http://schemas.microsoft.com/office/drawing/2014/main" id="{D22792B0-A6C6-0534-EC8D-CB9B46912D22}"/>
              </a:ext>
            </a:extLst>
          </p:cNvPr>
          <p:cNvSpPr/>
          <p:nvPr/>
        </p:nvSpPr>
        <p:spPr>
          <a:xfrm>
            <a:off x="5154043" y="2561755"/>
            <a:ext cx="1543582" cy="731170"/>
          </a:xfrm>
          <a:prstGeom prst="diamond">
            <a:avLst/>
          </a:prstGeom>
          <a:solidFill>
            <a:schemeClr val="bg1"/>
          </a:solidFill>
          <a:ln w="38100" cmpd="dbl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616" tIns="40616" rIns="40616" bIns="40616" rtlCol="0" anchor="t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request_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to</a:t>
            </a:r>
            <a:endParaRPr lang="ko-KR" altLang="en-US" sz="1200" dirty="0" err="1">
              <a:solidFill>
                <a:schemeClr val="tx1"/>
              </a:solidFill>
            </a:endParaRPr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2DB24178-E2A9-A5B3-3338-4C3E0B15A137}"/>
              </a:ext>
            </a:extLst>
          </p:cNvPr>
          <p:cNvCxnSpPr>
            <a:stCxn id="120" idx="3"/>
            <a:endCxn id="89" idx="1"/>
          </p:cNvCxnSpPr>
          <p:nvPr/>
        </p:nvCxnSpPr>
        <p:spPr>
          <a:xfrm>
            <a:off x="6697625" y="2927340"/>
            <a:ext cx="1336738" cy="273066"/>
          </a:xfrm>
          <a:prstGeom prst="straightConnector1">
            <a:avLst/>
          </a:prstGeom>
          <a:ln w="57150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D7B2987-96E2-E169-6BF8-95DABDEC6AE2}"/>
              </a:ext>
            </a:extLst>
          </p:cNvPr>
          <p:cNvGrpSpPr/>
          <p:nvPr/>
        </p:nvGrpSpPr>
        <p:grpSpPr>
          <a:xfrm>
            <a:off x="329507" y="10239878"/>
            <a:ext cx="1868546" cy="1607986"/>
            <a:chOff x="2632648" y="4648872"/>
            <a:chExt cx="1656184" cy="399962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68B260E-9EFE-BD9A-B7B7-E5DF0353C9C7}"/>
                </a:ext>
              </a:extLst>
            </p:cNvPr>
            <p:cNvSpPr/>
            <p:nvPr/>
          </p:nvSpPr>
          <p:spPr>
            <a:xfrm>
              <a:off x="2632648" y="5259216"/>
              <a:ext cx="1656184" cy="338928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0616" tIns="40616" rIns="40616" bIns="40616" rtlCol="0" anchor="t"/>
            <a:lstStyle/>
            <a:p>
              <a:r>
                <a:rPr lang="en-US" altLang="ko-KR" sz="1200" u="sng" dirty="0">
                  <a:solidFill>
                    <a:schemeClr val="tx1"/>
                  </a:solidFill>
                </a:rPr>
                <a:t>email</a:t>
              </a:r>
            </a:p>
            <a:p>
              <a:r>
                <a:rPr lang="en-US" altLang="ko-KR" sz="1200" u="sng" dirty="0">
                  <a:solidFill>
                    <a:schemeClr val="tx1"/>
                  </a:solidFill>
                </a:rPr>
                <a:t>email2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00A38CB-47CC-DDA2-B8D4-162F10761A30}"/>
                </a:ext>
              </a:extLst>
            </p:cNvPr>
            <p:cNvSpPr/>
            <p:nvPr/>
          </p:nvSpPr>
          <p:spPr>
            <a:xfrm>
              <a:off x="2632648" y="4648872"/>
              <a:ext cx="1656184" cy="61034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dirty="0" err="1">
                  <a:solidFill>
                    <a:schemeClr val="tx1"/>
                  </a:solidFill>
                </a:rPr>
                <a:t>email_blocked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21073</TotalTime>
  <Words>268</Words>
  <Application>Microsoft Office PowerPoint</Application>
  <PresentationFormat>Custom</PresentationFormat>
  <Paragraphs>111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Theme</vt:lpstr>
      <vt:lpstr>PowerPoint Presentation</vt:lpstr>
    </vt:vector>
  </TitlesOfParts>
  <Company>SoftForP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User</cp:lastModifiedBy>
  <cp:revision>845</cp:revision>
  <dcterms:created xsi:type="dcterms:W3CDTF">2025-11-21T07:15:51Z</dcterms:created>
  <dcterms:modified xsi:type="dcterms:W3CDTF">2026-01-11T05:40:17Z</dcterms:modified>
</cp:coreProperties>
</file>